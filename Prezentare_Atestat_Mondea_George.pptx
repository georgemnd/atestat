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4" r:id="rId1"/>
  </p:sldMasterIdLst>
  <p:notesMasterIdLst>
    <p:notesMasterId r:id="rId11"/>
  </p:notesMasterIdLst>
  <p:sldIdLst>
    <p:sldId id="298" r:id="rId2"/>
    <p:sldId id="299" r:id="rId3"/>
    <p:sldId id="300" r:id="rId4"/>
    <p:sldId id="301" r:id="rId5"/>
    <p:sldId id="302" r:id="rId6"/>
    <p:sldId id="303" r:id="rId7"/>
    <p:sldId id="304" r:id="rId8"/>
    <p:sldId id="305" r:id="rId9"/>
    <p:sldId id="306" r:id="rId10"/>
  </p:sldIdLst>
  <p:sldSz cx="9144000" cy="5143500" type="screen16x9"/>
  <p:notesSz cx="6858000" cy="9144000"/>
  <p:embeddedFontLst>
    <p:embeddedFont>
      <p:font typeface="Maven Pro" panose="020B0604020202020204" charset="-18"/>
      <p:regular r:id="rId12"/>
      <p:bold r:id="rId13"/>
    </p:embeddedFont>
    <p:embeddedFont>
      <p:font typeface="Trispace" panose="020B0604020202020204" charset="-18"/>
      <p:regular r:id="rId14"/>
      <p:bold r:id="rId1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77AF872C-0603-4CED-BAB3-B1E9C2D0CF7D}">
  <a:tblStyle styleId="{77AF872C-0603-4CED-BAB3-B1E9C2D0CF7D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EEF35F04-3FB7-4002-A2F7-5F08EEC638B8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4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8"/>
          <p:cNvSpPr/>
          <p:nvPr/>
        </p:nvSpPr>
        <p:spPr>
          <a:xfrm rot="-6419074">
            <a:off x="4830466" y="-402088"/>
            <a:ext cx="7138425" cy="3491376"/>
          </a:xfrm>
          <a:custGeom>
            <a:avLst/>
            <a:gdLst/>
            <a:ahLst/>
            <a:cxnLst/>
            <a:rect l="l" t="t" r="r" b="b"/>
            <a:pathLst>
              <a:path w="31849" h="19413" extrusionOk="0">
                <a:moveTo>
                  <a:pt x="29707" y="1945"/>
                </a:moveTo>
                <a:cubicBezTo>
                  <a:pt x="29279" y="2258"/>
                  <a:pt x="28663" y="2588"/>
                  <a:pt x="28146" y="2695"/>
                </a:cubicBezTo>
                <a:lnTo>
                  <a:pt x="28146" y="2695"/>
                </a:lnTo>
                <a:cubicBezTo>
                  <a:pt x="27334" y="2864"/>
                  <a:pt x="26522" y="2686"/>
                  <a:pt x="25710" y="2516"/>
                </a:cubicBezTo>
                <a:lnTo>
                  <a:pt x="25710" y="2516"/>
                </a:lnTo>
                <a:cubicBezTo>
                  <a:pt x="25131" y="2391"/>
                  <a:pt x="24560" y="2266"/>
                  <a:pt x="23989" y="2266"/>
                </a:cubicBezTo>
                <a:lnTo>
                  <a:pt x="23989" y="2266"/>
                </a:lnTo>
                <a:cubicBezTo>
                  <a:pt x="22552" y="2275"/>
                  <a:pt x="21330" y="2962"/>
                  <a:pt x="20741" y="4274"/>
                </a:cubicBezTo>
                <a:lnTo>
                  <a:pt x="20741" y="4274"/>
                </a:lnTo>
                <a:cubicBezTo>
                  <a:pt x="20135" y="5621"/>
                  <a:pt x="20982" y="7164"/>
                  <a:pt x="20117" y="8493"/>
                </a:cubicBezTo>
                <a:lnTo>
                  <a:pt x="20117" y="8493"/>
                </a:lnTo>
                <a:cubicBezTo>
                  <a:pt x="19162" y="9956"/>
                  <a:pt x="17682" y="8440"/>
                  <a:pt x="16772" y="7726"/>
                </a:cubicBezTo>
                <a:lnTo>
                  <a:pt x="16772" y="7726"/>
                </a:lnTo>
                <a:cubicBezTo>
                  <a:pt x="15737" y="6905"/>
                  <a:pt x="13997" y="6379"/>
                  <a:pt x="12766" y="7111"/>
                </a:cubicBezTo>
                <a:lnTo>
                  <a:pt x="12766" y="7111"/>
                </a:lnTo>
                <a:cubicBezTo>
                  <a:pt x="12186" y="7450"/>
                  <a:pt x="11678" y="8083"/>
                  <a:pt x="11410" y="8698"/>
                </a:cubicBezTo>
                <a:lnTo>
                  <a:pt x="11410" y="8698"/>
                </a:lnTo>
                <a:cubicBezTo>
                  <a:pt x="11107" y="9403"/>
                  <a:pt x="11125" y="10162"/>
                  <a:pt x="10884" y="10857"/>
                </a:cubicBezTo>
                <a:lnTo>
                  <a:pt x="10884" y="10857"/>
                </a:lnTo>
                <a:cubicBezTo>
                  <a:pt x="10661" y="11482"/>
                  <a:pt x="10179" y="12285"/>
                  <a:pt x="9528" y="12561"/>
                </a:cubicBezTo>
                <a:lnTo>
                  <a:pt x="9528" y="12561"/>
                </a:lnTo>
                <a:cubicBezTo>
                  <a:pt x="8832" y="12865"/>
                  <a:pt x="8065" y="12882"/>
                  <a:pt x="7342" y="12989"/>
                </a:cubicBezTo>
                <a:lnTo>
                  <a:pt x="7342" y="12989"/>
                </a:lnTo>
                <a:cubicBezTo>
                  <a:pt x="4371" y="13427"/>
                  <a:pt x="1490" y="15273"/>
                  <a:pt x="330" y="18119"/>
                </a:cubicBezTo>
                <a:lnTo>
                  <a:pt x="330" y="18119"/>
                </a:lnTo>
                <a:cubicBezTo>
                  <a:pt x="187" y="18476"/>
                  <a:pt x="0" y="19020"/>
                  <a:pt x="27" y="19413"/>
                </a:cubicBezTo>
                <a:lnTo>
                  <a:pt x="27" y="19413"/>
                </a:lnTo>
                <a:lnTo>
                  <a:pt x="31848" y="19413"/>
                </a:lnTo>
                <a:lnTo>
                  <a:pt x="31384" y="1"/>
                </a:lnTo>
                <a:cubicBezTo>
                  <a:pt x="31188" y="679"/>
                  <a:pt x="30269" y="1526"/>
                  <a:pt x="29707" y="1945"/>
                </a:cubicBezTo>
              </a:path>
            </a:pathLst>
          </a:custGeom>
          <a:gradFill>
            <a:gsLst>
              <a:gs pos="0">
                <a:schemeClr val="lt1"/>
              </a:gs>
              <a:gs pos="100000">
                <a:srgbClr val="8134EC">
                  <a:alpha val="70196"/>
                </a:srgbClr>
              </a:gs>
            </a:gsLst>
            <a:lin ang="1350003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" name="Google Shape;83;p8"/>
          <p:cNvSpPr/>
          <p:nvPr/>
        </p:nvSpPr>
        <p:spPr>
          <a:xfrm rot="5868956">
            <a:off x="-2972528" y="1025449"/>
            <a:ext cx="7138386" cy="3491394"/>
          </a:xfrm>
          <a:custGeom>
            <a:avLst/>
            <a:gdLst/>
            <a:ahLst/>
            <a:cxnLst/>
            <a:rect l="l" t="t" r="r" b="b"/>
            <a:pathLst>
              <a:path w="31849" h="19413" extrusionOk="0">
                <a:moveTo>
                  <a:pt x="29707" y="1945"/>
                </a:moveTo>
                <a:cubicBezTo>
                  <a:pt x="29279" y="2258"/>
                  <a:pt x="28663" y="2588"/>
                  <a:pt x="28146" y="2695"/>
                </a:cubicBezTo>
                <a:lnTo>
                  <a:pt x="28146" y="2695"/>
                </a:lnTo>
                <a:cubicBezTo>
                  <a:pt x="27334" y="2864"/>
                  <a:pt x="26522" y="2686"/>
                  <a:pt x="25710" y="2516"/>
                </a:cubicBezTo>
                <a:lnTo>
                  <a:pt x="25710" y="2516"/>
                </a:lnTo>
                <a:cubicBezTo>
                  <a:pt x="25131" y="2391"/>
                  <a:pt x="24560" y="2266"/>
                  <a:pt x="23989" y="2266"/>
                </a:cubicBezTo>
                <a:lnTo>
                  <a:pt x="23989" y="2266"/>
                </a:lnTo>
                <a:cubicBezTo>
                  <a:pt x="22552" y="2275"/>
                  <a:pt x="21330" y="2962"/>
                  <a:pt x="20741" y="4274"/>
                </a:cubicBezTo>
                <a:lnTo>
                  <a:pt x="20741" y="4274"/>
                </a:lnTo>
                <a:cubicBezTo>
                  <a:pt x="20135" y="5621"/>
                  <a:pt x="20982" y="7164"/>
                  <a:pt x="20117" y="8493"/>
                </a:cubicBezTo>
                <a:lnTo>
                  <a:pt x="20117" y="8493"/>
                </a:lnTo>
                <a:cubicBezTo>
                  <a:pt x="19162" y="9956"/>
                  <a:pt x="17682" y="8440"/>
                  <a:pt x="16772" y="7726"/>
                </a:cubicBezTo>
                <a:lnTo>
                  <a:pt x="16772" y="7726"/>
                </a:lnTo>
                <a:cubicBezTo>
                  <a:pt x="15737" y="6905"/>
                  <a:pt x="13997" y="6379"/>
                  <a:pt x="12766" y="7111"/>
                </a:cubicBezTo>
                <a:lnTo>
                  <a:pt x="12766" y="7111"/>
                </a:lnTo>
                <a:cubicBezTo>
                  <a:pt x="12186" y="7450"/>
                  <a:pt x="11678" y="8083"/>
                  <a:pt x="11410" y="8698"/>
                </a:cubicBezTo>
                <a:lnTo>
                  <a:pt x="11410" y="8698"/>
                </a:lnTo>
                <a:cubicBezTo>
                  <a:pt x="11107" y="9403"/>
                  <a:pt x="11125" y="10162"/>
                  <a:pt x="10884" y="10857"/>
                </a:cubicBezTo>
                <a:lnTo>
                  <a:pt x="10884" y="10857"/>
                </a:lnTo>
                <a:cubicBezTo>
                  <a:pt x="10661" y="11482"/>
                  <a:pt x="10179" y="12285"/>
                  <a:pt x="9528" y="12561"/>
                </a:cubicBezTo>
                <a:lnTo>
                  <a:pt x="9528" y="12561"/>
                </a:lnTo>
                <a:cubicBezTo>
                  <a:pt x="8832" y="12865"/>
                  <a:pt x="8065" y="12882"/>
                  <a:pt x="7342" y="12989"/>
                </a:cubicBezTo>
                <a:lnTo>
                  <a:pt x="7342" y="12989"/>
                </a:lnTo>
                <a:cubicBezTo>
                  <a:pt x="4371" y="13427"/>
                  <a:pt x="1490" y="15273"/>
                  <a:pt x="330" y="18119"/>
                </a:cubicBezTo>
                <a:lnTo>
                  <a:pt x="330" y="18119"/>
                </a:lnTo>
                <a:cubicBezTo>
                  <a:pt x="187" y="18476"/>
                  <a:pt x="0" y="19020"/>
                  <a:pt x="27" y="19413"/>
                </a:cubicBezTo>
                <a:lnTo>
                  <a:pt x="27" y="19413"/>
                </a:lnTo>
                <a:lnTo>
                  <a:pt x="31848" y="19413"/>
                </a:lnTo>
                <a:lnTo>
                  <a:pt x="31384" y="1"/>
                </a:lnTo>
                <a:cubicBezTo>
                  <a:pt x="31188" y="679"/>
                  <a:pt x="30269" y="1526"/>
                  <a:pt x="29707" y="1945"/>
                </a:cubicBezTo>
              </a:path>
            </a:pathLst>
          </a:custGeom>
          <a:gradFill>
            <a:gsLst>
              <a:gs pos="0">
                <a:schemeClr val="lt1"/>
              </a:gs>
              <a:gs pos="100000">
                <a:srgbClr val="8134EC">
                  <a:alpha val="70196"/>
                </a:srgbClr>
              </a:gs>
            </a:gsLst>
            <a:lin ang="1350003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4" name="Google Shape;84;p8"/>
          <p:cNvGrpSpPr/>
          <p:nvPr/>
        </p:nvGrpSpPr>
        <p:grpSpPr>
          <a:xfrm>
            <a:off x="8030823" y="254364"/>
            <a:ext cx="1324311" cy="1655928"/>
            <a:chOff x="8030823" y="254364"/>
            <a:chExt cx="1324311" cy="1655928"/>
          </a:xfrm>
        </p:grpSpPr>
        <p:sp>
          <p:nvSpPr>
            <p:cNvPr id="85" name="Google Shape;85;p8"/>
            <p:cNvSpPr/>
            <p:nvPr/>
          </p:nvSpPr>
          <p:spPr>
            <a:xfrm>
              <a:off x="8409504" y="254378"/>
              <a:ext cx="945630" cy="945730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86;p8"/>
            <p:cNvSpPr/>
            <p:nvPr/>
          </p:nvSpPr>
          <p:spPr>
            <a:xfrm>
              <a:off x="8107053" y="1250192"/>
              <a:ext cx="660023" cy="660100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>
              <a:off x="8030823" y="254364"/>
              <a:ext cx="327012" cy="327044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8" name="Google Shape;88;p8"/>
          <p:cNvGrpSpPr/>
          <p:nvPr/>
        </p:nvGrpSpPr>
        <p:grpSpPr>
          <a:xfrm>
            <a:off x="-137271" y="2581792"/>
            <a:ext cx="1510384" cy="2479841"/>
            <a:chOff x="-137271" y="2581792"/>
            <a:chExt cx="1510384" cy="2479841"/>
          </a:xfrm>
        </p:grpSpPr>
        <p:sp>
          <p:nvSpPr>
            <p:cNvPr id="89" name="Google Shape;89;p8"/>
            <p:cNvSpPr/>
            <p:nvPr/>
          </p:nvSpPr>
          <p:spPr>
            <a:xfrm>
              <a:off x="266653" y="2581792"/>
              <a:ext cx="660023" cy="660100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" name="Google Shape;90;p8"/>
            <p:cNvSpPr/>
            <p:nvPr/>
          </p:nvSpPr>
          <p:spPr>
            <a:xfrm>
              <a:off x="713090" y="3958292"/>
              <a:ext cx="660023" cy="660100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" name="Google Shape;91;p8"/>
            <p:cNvSpPr/>
            <p:nvPr/>
          </p:nvSpPr>
          <p:spPr>
            <a:xfrm>
              <a:off x="262648" y="3515377"/>
              <a:ext cx="327012" cy="327044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" name="Google Shape;92;p8"/>
            <p:cNvSpPr/>
            <p:nvPr/>
          </p:nvSpPr>
          <p:spPr>
            <a:xfrm>
              <a:off x="-137271" y="4115903"/>
              <a:ext cx="945630" cy="945730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3" name="Google Shape;93;p8"/>
          <p:cNvSpPr txBox="1">
            <a:spLocks noGrp="1"/>
          </p:cNvSpPr>
          <p:nvPr>
            <p:ph type="title"/>
          </p:nvPr>
        </p:nvSpPr>
        <p:spPr>
          <a:xfrm>
            <a:off x="2317950" y="1307100"/>
            <a:ext cx="4508100" cy="252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72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9"/>
          <p:cNvSpPr txBox="1">
            <a:spLocks noGrp="1"/>
          </p:cNvSpPr>
          <p:nvPr>
            <p:ph type="title"/>
          </p:nvPr>
        </p:nvSpPr>
        <p:spPr>
          <a:xfrm>
            <a:off x="2241450" y="1520250"/>
            <a:ext cx="4661100" cy="84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96" name="Google Shape;96;p9"/>
          <p:cNvSpPr txBox="1">
            <a:spLocks noGrp="1"/>
          </p:cNvSpPr>
          <p:nvPr>
            <p:ph type="subTitle" idx="1"/>
          </p:nvPr>
        </p:nvSpPr>
        <p:spPr>
          <a:xfrm>
            <a:off x="2241550" y="2362050"/>
            <a:ext cx="4661100" cy="126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400"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400"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400"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400"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400"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 sz="1400"/>
            </a:lvl9pPr>
          </a:lstStyle>
          <a:p>
            <a:endParaRPr/>
          </a:p>
        </p:txBody>
      </p:sp>
      <p:sp>
        <p:nvSpPr>
          <p:cNvPr id="97" name="Google Shape;97;p9"/>
          <p:cNvSpPr/>
          <p:nvPr/>
        </p:nvSpPr>
        <p:spPr>
          <a:xfrm>
            <a:off x="4182350" y="2075876"/>
            <a:ext cx="5728043" cy="3491380"/>
          </a:xfrm>
          <a:custGeom>
            <a:avLst/>
            <a:gdLst/>
            <a:ahLst/>
            <a:cxnLst/>
            <a:rect l="l" t="t" r="r" b="b"/>
            <a:pathLst>
              <a:path w="31849" h="19413" extrusionOk="0">
                <a:moveTo>
                  <a:pt x="29707" y="1945"/>
                </a:moveTo>
                <a:cubicBezTo>
                  <a:pt x="29279" y="2258"/>
                  <a:pt x="28663" y="2588"/>
                  <a:pt x="28146" y="2695"/>
                </a:cubicBezTo>
                <a:lnTo>
                  <a:pt x="28146" y="2695"/>
                </a:lnTo>
                <a:cubicBezTo>
                  <a:pt x="27334" y="2864"/>
                  <a:pt x="26522" y="2686"/>
                  <a:pt x="25710" y="2516"/>
                </a:cubicBezTo>
                <a:lnTo>
                  <a:pt x="25710" y="2516"/>
                </a:lnTo>
                <a:cubicBezTo>
                  <a:pt x="25131" y="2391"/>
                  <a:pt x="24560" y="2266"/>
                  <a:pt x="23989" y="2266"/>
                </a:cubicBezTo>
                <a:lnTo>
                  <a:pt x="23989" y="2266"/>
                </a:lnTo>
                <a:cubicBezTo>
                  <a:pt x="22552" y="2275"/>
                  <a:pt x="21330" y="2962"/>
                  <a:pt x="20741" y="4274"/>
                </a:cubicBezTo>
                <a:lnTo>
                  <a:pt x="20741" y="4274"/>
                </a:lnTo>
                <a:cubicBezTo>
                  <a:pt x="20135" y="5621"/>
                  <a:pt x="20982" y="7164"/>
                  <a:pt x="20117" y="8493"/>
                </a:cubicBezTo>
                <a:lnTo>
                  <a:pt x="20117" y="8493"/>
                </a:lnTo>
                <a:cubicBezTo>
                  <a:pt x="19162" y="9956"/>
                  <a:pt x="17682" y="8440"/>
                  <a:pt x="16772" y="7726"/>
                </a:cubicBezTo>
                <a:lnTo>
                  <a:pt x="16772" y="7726"/>
                </a:lnTo>
                <a:cubicBezTo>
                  <a:pt x="15737" y="6905"/>
                  <a:pt x="13997" y="6379"/>
                  <a:pt x="12766" y="7111"/>
                </a:cubicBezTo>
                <a:lnTo>
                  <a:pt x="12766" y="7111"/>
                </a:lnTo>
                <a:cubicBezTo>
                  <a:pt x="12186" y="7450"/>
                  <a:pt x="11678" y="8083"/>
                  <a:pt x="11410" y="8698"/>
                </a:cubicBezTo>
                <a:lnTo>
                  <a:pt x="11410" y="8698"/>
                </a:lnTo>
                <a:cubicBezTo>
                  <a:pt x="11107" y="9403"/>
                  <a:pt x="11125" y="10162"/>
                  <a:pt x="10884" y="10857"/>
                </a:cubicBezTo>
                <a:lnTo>
                  <a:pt x="10884" y="10857"/>
                </a:lnTo>
                <a:cubicBezTo>
                  <a:pt x="10661" y="11482"/>
                  <a:pt x="10179" y="12285"/>
                  <a:pt x="9528" y="12561"/>
                </a:cubicBezTo>
                <a:lnTo>
                  <a:pt x="9528" y="12561"/>
                </a:lnTo>
                <a:cubicBezTo>
                  <a:pt x="8832" y="12865"/>
                  <a:pt x="8065" y="12882"/>
                  <a:pt x="7342" y="12989"/>
                </a:cubicBezTo>
                <a:lnTo>
                  <a:pt x="7342" y="12989"/>
                </a:lnTo>
                <a:cubicBezTo>
                  <a:pt x="4371" y="13427"/>
                  <a:pt x="1490" y="15273"/>
                  <a:pt x="330" y="18119"/>
                </a:cubicBezTo>
                <a:lnTo>
                  <a:pt x="330" y="18119"/>
                </a:lnTo>
                <a:cubicBezTo>
                  <a:pt x="187" y="18476"/>
                  <a:pt x="0" y="19020"/>
                  <a:pt x="27" y="19413"/>
                </a:cubicBezTo>
                <a:lnTo>
                  <a:pt x="27" y="19413"/>
                </a:lnTo>
                <a:lnTo>
                  <a:pt x="31848" y="19413"/>
                </a:lnTo>
                <a:lnTo>
                  <a:pt x="31384" y="1"/>
                </a:lnTo>
                <a:cubicBezTo>
                  <a:pt x="31188" y="679"/>
                  <a:pt x="30269" y="1526"/>
                  <a:pt x="29707" y="1945"/>
                </a:cubicBezTo>
              </a:path>
            </a:pathLst>
          </a:custGeom>
          <a:gradFill>
            <a:gsLst>
              <a:gs pos="0">
                <a:schemeClr val="lt1"/>
              </a:gs>
              <a:gs pos="100000">
                <a:srgbClr val="8134EC">
                  <a:alpha val="70196"/>
                </a:srgbClr>
              </a:gs>
            </a:gsLst>
            <a:lin ang="1350003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9"/>
          <p:cNvSpPr/>
          <p:nvPr/>
        </p:nvSpPr>
        <p:spPr>
          <a:xfrm>
            <a:off x="5816848" y="3347141"/>
            <a:ext cx="4013990" cy="1875356"/>
          </a:xfrm>
          <a:custGeom>
            <a:avLst/>
            <a:gdLst/>
            <a:ahLst/>
            <a:cxnLst/>
            <a:rect l="l" t="t" r="r" b="b"/>
            <a:pathLst>
              <a:path w="22438" h="10483" extrusionOk="0">
                <a:moveTo>
                  <a:pt x="18307" y="1053"/>
                </a:moveTo>
                <a:cubicBezTo>
                  <a:pt x="17174" y="1740"/>
                  <a:pt x="16505" y="2560"/>
                  <a:pt x="15773" y="3640"/>
                </a:cubicBezTo>
                <a:lnTo>
                  <a:pt x="15773" y="3640"/>
                </a:lnTo>
                <a:cubicBezTo>
                  <a:pt x="15149" y="4550"/>
                  <a:pt x="14658" y="5593"/>
                  <a:pt x="13668" y="6164"/>
                </a:cubicBezTo>
                <a:lnTo>
                  <a:pt x="13668" y="6164"/>
                </a:lnTo>
                <a:cubicBezTo>
                  <a:pt x="12606" y="6762"/>
                  <a:pt x="11009" y="6896"/>
                  <a:pt x="9823" y="6539"/>
                </a:cubicBezTo>
                <a:lnTo>
                  <a:pt x="9823" y="6539"/>
                </a:lnTo>
                <a:cubicBezTo>
                  <a:pt x="8565" y="6156"/>
                  <a:pt x="7049" y="5906"/>
                  <a:pt x="5791" y="6477"/>
                </a:cubicBezTo>
                <a:lnTo>
                  <a:pt x="5791" y="6477"/>
                </a:lnTo>
                <a:cubicBezTo>
                  <a:pt x="4497" y="7057"/>
                  <a:pt x="3293" y="7931"/>
                  <a:pt x="2151" y="8752"/>
                </a:cubicBezTo>
                <a:lnTo>
                  <a:pt x="2151" y="8752"/>
                </a:lnTo>
                <a:cubicBezTo>
                  <a:pt x="1410" y="9296"/>
                  <a:pt x="670" y="9858"/>
                  <a:pt x="1" y="10482"/>
                </a:cubicBezTo>
                <a:lnTo>
                  <a:pt x="1" y="10482"/>
                </a:lnTo>
                <a:lnTo>
                  <a:pt x="22393" y="10482"/>
                </a:lnTo>
                <a:lnTo>
                  <a:pt x="22437" y="98"/>
                </a:lnTo>
                <a:cubicBezTo>
                  <a:pt x="22179" y="27"/>
                  <a:pt x="21902" y="0"/>
                  <a:pt x="21617" y="0"/>
                </a:cubicBezTo>
                <a:lnTo>
                  <a:pt x="21617" y="0"/>
                </a:lnTo>
                <a:cubicBezTo>
                  <a:pt x="20466" y="0"/>
                  <a:pt x="19208" y="517"/>
                  <a:pt x="18307" y="1053"/>
                </a:cubicBezTo>
                <a:close/>
              </a:path>
            </a:pathLst>
          </a:custGeom>
          <a:gradFill>
            <a:gsLst>
              <a:gs pos="0">
                <a:schemeClr val="lt1"/>
              </a:gs>
              <a:gs pos="100000">
                <a:srgbClr val="8134EC">
                  <a:alpha val="70196"/>
                </a:srgbClr>
              </a:gs>
            </a:gsLst>
            <a:lin ang="1350003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9"/>
          <p:cNvSpPr/>
          <p:nvPr/>
        </p:nvSpPr>
        <p:spPr>
          <a:xfrm rot="-9720741">
            <a:off x="-717073" y="-1675999"/>
            <a:ext cx="5728060" cy="3491392"/>
          </a:xfrm>
          <a:custGeom>
            <a:avLst/>
            <a:gdLst/>
            <a:ahLst/>
            <a:cxnLst/>
            <a:rect l="l" t="t" r="r" b="b"/>
            <a:pathLst>
              <a:path w="31849" h="19413" extrusionOk="0">
                <a:moveTo>
                  <a:pt x="29707" y="1945"/>
                </a:moveTo>
                <a:cubicBezTo>
                  <a:pt x="29279" y="2258"/>
                  <a:pt x="28663" y="2588"/>
                  <a:pt x="28146" y="2695"/>
                </a:cubicBezTo>
                <a:lnTo>
                  <a:pt x="28146" y="2695"/>
                </a:lnTo>
                <a:cubicBezTo>
                  <a:pt x="27334" y="2864"/>
                  <a:pt x="26522" y="2686"/>
                  <a:pt x="25710" y="2516"/>
                </a:cubicBezTo>
                <a:lnTo>
                  <a:pt x="25710" y="2516"/>
                </a:lnTo>
                <a:cubicBezTo>
                  <a:pt x="25131" y="2391"/>
                  <a:pt x="24560" y="2266"/>
                  <a:pt x="23989" y="2266"/>
                </a:cubicBezTo>
                <a:lnTo>
                  <a:pt x="23989" y="2266"/>
                </a:lnTo>
                <a:cubicBezTo>
                  <a:pt x="22552" y="2275"/>
                  <a:pt x="21330" y="2962"/>
                  <a:pt x="20741" y="4274"/>
                </a:cubicBezTo>
                <a:lnTo>
                  <a:pt x="20741" y="4274"/>
                </a:lnTo>
                <a:cubicBezTo>
                  <a:pt x="20135" y="5621"/>
                  <a:pt x="20982" y="7164"/>
                  <a:pt x="20117" y="8493"/>
                </a:cubicBezTo>
                <a:lnTo>
                  <a:pt x="20117" y="8493"/>
                </a:lnTo>
                <a:cubicBezTo>
                  <a:pt x="19162" y="9956"/>
                  <a:pt x="17682" y="8440"/>
                  <a:pt x="16772" y="7726"/>
                </a:cubicBezTo>
                <a:lnTo>
                  <a:pt x="16772" y="7726"/>
                </a:lnTo>
                <a:cubicBezTo>
                  <a:pt x="15737" y="6905"/>
                  <a:pt x="13997" y="6379"/>
                  <a:pt x="12766" y="7111"/>
                </a:cubicBezTo>
                <a:lnTo>
                  <a:pt x="12766" y="7111"/>
                </a:lnTo>
                <a:cubicBezTo>
                  <a:pt x="12186" y="7450"/>
                  <a:pt x="11678" y="8083"/>
                  <a:pt x="11410" y="8698"/>
                </a:cubicBezTo>
                <a:lnTo>
                  <a:pt x="11410" y="8698"/>
                </a:lnTo>
                <a:cubicBezTo>
                  <a:pt x="11107" y="9403"/>
                  <a:pt x="11125" y="10162"/>
                  <a:pt x="10884" y="10857"/>
                </a:cubicBezTo>
                <a:lnTo>
                  <a:pt x="10884" y="10857"/>
                </a:lnTo>
                <a:cubicBezTo>
                  <a:pt x="10661" y="11482"/>
                  <a:pt x="10179" y="12285"/>
                  <a:pt x="9528" y="12561"/>
                </a:cubicBezTo>
                <a:lnTo>
                  <a:pt x="9528" y="12561"/>
                </a:lnTo>
                <a:cubicBezTo>
                  <a:pt x="8832" y="12865"/>
                  <a:pt x="8065" y="12882"/>
                  <a:pt x="7342" y="12989"/>
                </a:cubicBezTo>
                <a:lnTo>
                  <a:pt x="7342" y="12989"/>
                </a:lnTo>
                <a:cubicBezTo>
                  <a:pt x="4371" y="13427"/>
                  <a:pt x="1490" y="15273"/>
                  <a:pt x="330" y="18119"/>
                </a:cubicBezTo>
                <a:lnTo>
                  <a:pt x="330" y="18119"/>
                </a:lnTo>
                <a:cubicBezTo>
                  <a:pt x="187" y="18476"/>
                  <a:pt x="0" y="19020"/>
                  <a:pt x="27" y="19413"/>
                </a:cubicBezTo>
                <a:lnTo>
                  <a:pt x="27" y="19413"/>
                </a:lnTo>
                <a:lnTo>
                  <a:pt x="31848" y="19413"/>
                </a:lnTo>
                <a:lnTo>
                  <a:pt x="31384" y="1"/>
                </a:lnTo>
                <a:cubicBezTo>
                  <a:pt x="31188" y="679"/>
                  <a:pt x="30269" y="1526"/>
                  <a:pt x="29707" y="1945"/>
                </a:cubicBezTo>
              </a:path>
            </a:pathLst>
          </a:custGeom>
          <a:gradFill>
            <a:gsLst>
              <a:gs pos="0">
                <a:schemeClr val="lt1"/>
              </a:gs>
              <a:gs pos="100000">
                <a:srgbClr val="8134EC">
                  <a:alpha val="70196"/>
                </a:srgbClr>
              </a:gs>
            </a:gsLst>
            <a:lin ang="1350003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00" name="Google Shape;100;p9"/>
          <p:cNvGrpSpPr/>
          <p:nvPr/>
        </p:nvGrpSpPr>
        <p:grpSpPr>
          <a:xfrm>
            <a:off x="531953" y="54192"/>
            <a:ext cx="2525032" cy="660100"/>
            <a:chOff x="531953" y="54192"/>
            <a:chExt cx="2525032" cy="660100"/>
          </a:xfrm>
        </p:grpSpPr>
        <p:sp>
          <p:nvSpPr>
            <p:cNvPr id="101" name="Google Shape;101;p9"/>
            <p:cNvSpPr/>
            <p:nvPr/>
          </p:nvSpPr>
          <p:spPr>
            <a:xfrm>
              <a:off x="531953" y="54192"/>
              <a:ext cx="660023" cy="660100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102;p9"/>
            <p:cNvSpPr/>
            <p:nvPr/>
          </p:nvSpPr>
          <p:spPr>
            <a:xfrm>
              <a:off x="2311280" y="245493"/>
              <a:ext cx="468769" cy="468795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" name="Google Shape;103;p9"/>
            <p:cNvSpPr/>
            <p:nvPr/>
          </p:nvSpPr>
          <p:spPr>
            <a:xfrm>
              <a:off x="1841797" y="164290"/>
              <a:ext cx="238346" cy="238372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rgbClr val="FFFFFF">
                    <a:alpha val="50196"/>
                  </a:srgbClr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" name="Google Shape;104;p9"/>
            <p:cNvSpPr/>
            <p:nvPr/>
          </p:nvSpPr>
          <p:spPr>
            <a:xfrm>
              <a:off x="2729973" y="54203"/>
              <a:ext cx="327012" cy="327044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0"/>
          <p:cNvSpPr>
            <a:spLocks noGrp="1"/>
          </p:cNvSpPr>
          <p:nvPr>
            <p:ph type="pic" idx="2"/>
          </p:nvPr>
        </p:nvSpPr>
        <p:spPr>
          <a:xfrm>
            <a:off x="10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107" name="Google Shape;107;p10"/>
          <p:cNvSpPr txBox="1">
            <a:spLocks noGrp="1"/>
          </p:cNvSpPr>
          <p:nvPr>
            <p:ph type="title"/>
          </p:nvPr>
        </p:nvSpPr>
        <p:spPr>
          <a:xfrm>
            <a:off x="720000" y="386205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dk1"/>
        </a:solidFill>
        <a:effectLst/>
      </p:bgPr>
    </p:bg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22"/>
          <p:cNvSpPr/>
          <p:nvPr/>
        </p:nvSpPr>
        <p:spPr>
          <a:xfrm rot="-6125281">
            <a:off x="6780953" y="-507545"/>
            <a:ext cx="4634067" cy="2824557"/>
          </a:xfrm>
          <a:custGeom>
            <a:avLst/>
            <a:gdLst/>
            <a:ahLst/>
            <a:cxnLst/>
            <a:rect l="l" t="t" r="r" b="b"/>
            <a:pathLst>
              <a:path w="31849" h="19413" extrusionOk="0">
                <a:moveTo>
                  <a:pt x="29707" y="1945"/>
                </a:moveTo>
                <a:cubicBezTo>
                  <a:pt x="29279" y="2258"/>
                  <a:pt x="28663" y="2588"/>
                  <a:pt x="28146" y="2695"/>
                </a:cubicBezTo>
                <a:lnTo>
                  <a:pt x="28146" y="2695"/>
                </a:lnTo>
                <a:cubicBezTo>
                  <a:pt x="27334" y="2864"/>
                  <a:pt x="26522" y="2686"/>
                  <a:pt x="25710" y="2516"/>
                </a:cubicBezTo>
                <a:lnTo>
                  <a:pt x="25710" y="2516"/>
                </a:lnTo>
                <a:cubicBezTo>
                  <a:pt x="25131" y="2391"/>
                  <a:pt x="24560" y="2266"/>
                  <a:pt x="23989" y="2266"/>
                </a:cubicBezTo>
                <a:lnTo>
                  <a:pt x="23989" y="2266"/>
                </a:lnTo>
                <a:cubicBezTo>
                  <a:pt x="22552" y="2275"/>
                  <a:pt x="21330" y="2962"/>
                  <a:pt x="20741" y="4274"/>
                </a:cubicBezTo>
                <a:lnTo>
                  <a:pt x="20741" y="4274"/>
                </a:lnTo>
                <a:cubicBezTo>
                  <a:pt x="20135" y="5621"/>
                  <a:pt x="20982" y="7164"/>
                  <a:pt x="20117" y="8493"/>
                </a:cubicBezTo>
                <a:lnTo>
                  <a:pt x="20117" y="8493"/>
                </a:lnTo>
                <a:cubicBezTo>
                  <a:pt x="19162" y="9956"/>
                  <a:pt x="17682" y="8440"/>
                  <a:pt x="16772" y="7726"/>
                </a:cubicBezTo>
                <a:lnTo>
                  <a:pt x="16772" y="7726"/>
                </a:lnTo>
                <a:cubicBezTo>
                  <a:pt x="15737" y="6905"/>
                  <a:pt x="13997" y="6379"/>
                  <a:pt x="12766" y="7111"/>
                </a:cubicBezTo>
                <a:lnTo>
                  <a:pt x="12766" y="7111"/>
                </a:lnTo>
                <a:cubicBezTo>
                  <a:pt x="12186" y="7450"/>
                  <a:pt x="11678" y="8083"/>
                  <a:pt x="11410" y="8698"/>
                </a:cubicBezTo>
                <a:lnTo>
                  <a:pt x="11410" y="8698"/>
                </a:lnTo>
                <a:cubicBezTo>
                  <a:pt x="11107" y="9403"/>
                  <a:pt x="11125" y="10162"/>
                  <a:pt x="10884" y="10857"/>
                </a:cubicBezTo>
                <a:lnTo>
                  <a:pt x="10884" y="10857"/>
                </a:lnTo>
                <a:cubicBezTo>
                  <a:pt x="10661" y="11482"/>
                  <a:pt x="10179" y="12285"/>
                  <a:pt x="9528" y="12561"/>
                </a:cubicBezTo>
                <a:lnTo>
                  <a:pt x="9528" y="12561"/>
                </a:lnTo>
                <a:cubicBezTo>
                  <a:pt x="8832" y="12865"/>
                  <a:pt x="8065" y="12882"/>
                  <a:pt x="7342" y="12989"/>
                </a:cubicBezTo>
                <a:lnTo>
                  <a:pt x="7342" y="12989"/>
                </a:lnTo>
                <a:cubicBezTo>
                  <a:pt x="4371" y="13427"/>
                  <a:pt x="1490" y="15273"/>
                  <a:pt x="330" y="18119"/>
                </a:cubicBezTo>
                <a:lnTo>
                  <a:pt x="330" y="18119"/>
                </a:lnTo>
                <a:cubicBezTo>
                  <a:pt x="187" y="18476"/>
                  <a:pt x="0" y="19020"/>
                  <a:pt x="27" y="19413"/>
                </a:cubicBezTo>
                <a:lnTo>
                  <a:pt x="27" y="19413"/>
                </a:lnTo>
                <a:lnTo>
                  <a:pt x="31848" y="19413"/>
                </a:lnTo>
                <a:lnTo>
                  <a:pt x="31384" y="1"/>
                </a:lnTo>
                <a:cubicBezTo>
                  <a:pt x="31188" y="679"/>
                  <a:pt x="30269" y="1526"/>
                  <a:pt x="29707" y="1945"/>
                </a:cubicBezTo>
              </a:path>
            </a:pathLst>
          </a:custGeom>
          <a:gradFill>
            <a:gsLst>
              <a:gs pos="0">
                <a:schemeClr val="lt1"/>
              </a:gs>
              <a:gs pos="100000">
                <a:srgbClr val="8134EC">
                  <a:alpha val="70196"/>
                </a:srgbClr>
              </a:gs>
            </a:gsLst>
            <a:lin ang="1350003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p22"/>
          <p:cNvSpPr/>
          <p:nvPr/>
        </p:nvSpPr>
        <p:spPr>
          <a:xfrm flipH="1">
            <a:off x="-1192290" y="3569975"/>
            <a:ext cx="5029983" cy="2068243"/>
          </a:xfrm>
          <a:custGeom>
            <a:avLst/>
            <a:gdLst/>
            <a:ahLst/>
            <a:cxnLst/>
            <a:rect l="l" t="t" r="r" b="b"/>
            <a:pathLst>
              <a:path w="22438" h="10483" extrusionOk="0">
                <a:moveTo>
                  <a:pt x="18307" y="1053"/>
                </a:moveTo>
                <a:cubicBezTo>
                  <a:pt x="17174" y="1740"/>
                  <a:pt x="16505" y="2560"/>
                  <a:pt x="15773" y="3640"/>
                </a:cubicBezTo>
                <a:lnTo>
                  <a:pt x="15773" y="3640"/>
                </a:lnTo>
                <a:cubicBezTo>
                  <a:pt x="15149" y="4550"/>
                  <a:pt x="14658" y="5593"/>
                  <a:pt x="13668" y="6164"/>
                </a:cubicBezTo>
                <a:lnTo>
                  <a:pt x="13668" y="6164"/>
                </a:lnTo>
                <a:cubicBezTo>
                  <a:pt x="12606" y="6762"/>
                  <a:pt x="11009" y="6896"/>
                  <a:pt x="9823" y="6539"/>
                </a:cubicBezTo>
                <a:lnTo>
                  <a:pt x="9823" y="6539"/>
                </a:lnTo>
                <a:cubicBezTo>
                  <a:pt x="8565" y="6156"/>
                  <a:pt x="7049" y="5906"/>
                  <a:pt x="5791" y="6477"/>
                </a:cubicBezTo>
                <a:lnTo>
                  <a:pt x="5791" y="6477"/>
                </a:lnTo>
                <a:cubicBezTo>
                  <a:pt x="4497" y="7057"/>
                  <a:pt x="3293" y="7931"/>
                  <a:pt x="2151" y="8752"/>
                </a:cubicBezTo>
                <a:lnTo>
                  <a:pt x="2151" y="8752"/>
                </a:lnTo>
                <a:cubicBezTo>
                  <a:pt x="1410" y="9296"/>
                  <a:pt x="670" y="9858"/>
                  <a:pt x="1" y="10482"/>
                </a:cubicBezTo>
                <a:lnTo>
                  <a:pt x="1" y="10482"/>
                </a:lnTo>
                <a:lnTo>
                  <a:pt x="22393" y="10482"/>
                </a:lnTo>
                <a:lnTo>
                  <a:pt x="22437" y="98"/>
                </a:lnTo>
                <a:cubicBezTo>
                  <a:pt x="22179" y="27"/>
                  <a:pt x="21902" y="0"/>
                  <a:pt x="21617" y="0"/>
                </a:cubicBezTo>
                <a:lnTo>
                  <a:pt x="21617" y="0"/>
                </a:lnTo>
                <a:cubicBezTo>
                  <a:pt x="20466" y="0"/>
                  <a:pt x="19208" y="517"/>
                  <a:pt x="18307" y="1053"/>
                </a:cubicBezTo>
                <a:close/>
              </a:path>
            </a:pathLst>
          </a:custGeom>
          <a:gradFill>
            <a:gsLst>
              <a:gs pos="0">
                <a:schemeClr val="lt1"/>
              </a:gs>
              <a:gs pos="100000">
                <a:srgbClr val="8134EC">
                  <a:alpha val="70196"/>
                </a:srgbClr>
              </a:gs>
            </a:gsLst>
            <a:lin ang="1350003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77" name="Google Shape;277;p22"/>
          <p:cNvGrpSpPr/>
          <p:nvPr/>
        </p:nvGrpSpPr>
        <p:grpSpPr>
          <a:xfrm>
            <a:off x="53078" y="3519092"/>
            <a:ext cx="666922" cy="1553796"/>
            <a:chOff x="53078" y="3519092"/>
            <a:chExt cx="666922" cy="1553796"/>
          </a:xfrm>
        </p:grpSpPr>
        <p:sp>
          <p:nvSpPr>
            <p:cNvPr id="278" name="Google Shape;278;p22"/>
            <p:cNvSpPr/>
            <p:nvPr/>
          </p:nvSpPr>
          <p:spPr>
            <a:xfrm>
              <a:off x="53078" y="3519092"/>
              <a:ext cx="660023" cy="660100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" name="Google Shape;279;p22"/>
            <p:cNvSpPr/>
            <p:nvPr/>
          </p:nvSpPr>
          <p:spPr>
            <a:xfrm>
              <a:off x="251230" y="4604093"/>
              <a:ext cx="468769" cy="468795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" name="Google Shape;280;p22"/>
            <p:cNvSpPr/>
            <p:nvPr/>
          </p:nvSpPr>
          <p:spPr>
            <a:xfrm>
              <a:off x="148697" y="4326490"/>
              <a:ext cx="238346" cy="238372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rgbClr val="FFFFFF">
                    <a:alpha val="50196"/>
                  </a:srgbClr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81" name="Google Shape;281;p22"/>
          <p:cNvGrpSpPr/>
          <p:nvPr/>
        </p:nvGrpSpPr>
        <p:grpSpPr>
          <a:xfrm>
            <a:off x="7618822" y="111365"/>
            <a:ext cx="1576005" cy="1123414"/>
            <a:chOff x="7618822" y="111365"/>
            <a:chExt cx="1576005" cy="1123414"/>
          </a:xfrm>
        </p:grpSpPr>
        <p:sp>
          <p:nvSpPr>
            <p:cNvPr id="282" name="Google Shape;282;p22"/>
            <p:cNvSpPr/>
            <p:nvPr/>
          </p:nvSpPr>
          <p:spPr>
            <a:xfrm>
              <a:off x="8267398" y="111378"/>
              <a:ext cx="327012" cy="327044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" name="Google Shape;283;p22"/>
            <p:cNvSpPr/>
            <p:nvPr/>
          </p:nvSpPr>
          <p:spPr>
            <a:xfrm>
              <a:off x="8534803" y="574679"/>
              <a:ext cx="660023" cy="660100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" name="Google Shape;284;p22"/>
            <p:cNvSpPr/>
            <p:nvPr/>
          </p:nvSpPr>
          <p:spPr>
            <a:xfrm>
              <a:off x="7618822" y="111365"/>
              <a:ext cx="238346" cy="238372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rgbClr val="FFFFFF">
                    <a:alpha val="50196"/>
                  </a:srgbClr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23"/>
          <p:cNvSpPr/>
          <p:nvPr/>
        </p:nvSpPr>
        <p:spPr>
          <a:xfrm>
            <a:off x="4182350" y="2075876"/>
            <a:ext cx="5728043" cy="3491380"/>
          </a:xfrm>
          <a:custGeom>
            <a:avLst/>
            <a:gdLst/>
            <a:ahLst/>
            <a:cxnLst/>
            <a:rect l="l" t="t" r="r" b="b"/>
            <a:pathLst>
              <a:path w="31849" h="19413" extrusionOk="0">
                <a:moveTo>
                  <a:pt x="29707" y="1945"/>
                </a:moveTo>
                <a:cubicBezTo>
                  <a:pt x="29279" y="2258"/>
                  <a:pt x="28663" y="2588"/>
                  <a:pt x="28146" y="2695"/>
                </a:cubicBezTo>
                <a:lnTo>
                  <a:pt x="28146" y="2695"/>
                </a:lnTo>
                <a:cubicBezTo>
                  <a:pt x="27334" y="2864"/>
                  <a:pt x="26522" y="2686"/>
                  <a:pt x="25710" y="2516"/>
                </a:cubicBezTo>
                <a:lnTo>
                  <a:pt x="25710" y="2516"/>
                </a:lnTo>
                <a:cubicBezTo>
                  <a:pt x="25131" y="2391"/>
                  <a:pt x="24560" y="2266"/>
                  <a:pt x="23989" y="2266"/>
                </a:cubicBezTo>
                <a:lnTo>
                  <a:pt x="23989" y="2266"/>
                </a:lnTo>
                <a:cubicBezTo>
                  <a:pt x="22552" y="2275"/>
                  <a:pt x="21330" y="2962"/>
                  <a:pt x="20741" y="4274"/>
                </a:cubicBezTo>
                <a:lnTo>
                  <a:pt x="20741" y="4274"/>
                </a:lnTo>
                <a:cubicBezTo>
                  <a:pt x="20135" y="5621"/>
                  <a:pt x="20982" y="7164"/>
                  <a:pt x="20117" y="8493"/>
                </a:cubicBezTo>
                <a:lnTo>
                  <a:pt x="20117" y="8493"/>
                </a:lnTo>
                <a:cubicBezTo>
                  <a:pt x="19162" y="9956"/>
                  <a:pt x="17682" y="8440"/>
                  <a:pt x="16772" y="7726"/>
                </a:cubicBezTo>
                <a:lnTo>
                  <a:pt x="16772" y="7726"/>
                </a:lnTo>
                <a:cubicBezTo>
                  <a:pt x="15737" y="6905"/>
                  <a:pt x="13997" y="6379"/>
                  <a:pt x="12766" y="7111"/>
                </a:cubicBezTo>
                <a:lnTo>
                  <a:pt x="12766" y="7111"/>
                </a:lnTo>
                <a:cubicBezTo>
                  <a:pt x="12186" y="7450"/>
                  <a:pt x="11678" y="8083"/>
                  <a:pt x="11410" y="8698"/>
                </a:cubicBezTo>
                <a:lnTo>
                  <a:pt x="11410" y="8698"/>
                </a:lnTo>
                <a:cubicBezTo>
                  <a:pt x="11107" y="9403"/>
                  <a:pt x="11125" y="10162"/>
                  <a:pt x="10884" y="10857"/>
                </a:cubicBezTo>
                <a:lnTo>
                  <a:pt x="10884" y="10857"/>
                </a:lnTo>
                <a:cubicBezTo>
                  <a:pt x="10661" y="11482"/>
                  <a:pt x="10179" y="12285"/>
                  <a:pt x="9528" y="12561"/>
                </a:cubicBezTo>
                <a:lnTo>
                  <a:pt x="9528" y="12561"/>
                </a:lnTo>
                <a:cubicBezTo>
                  <a:pt x="8832" y="12865"/>
                  <a:pt x="8065" y="12882"/>
                  <a:pt x="7342" y="12989"/>
                </a:cubicBezTo>
                <a:lnTo>
                  <a:pt x="7342" y="12989"/>
                </a:lnTo>
                <a:cubicBezTo>
                  <a:pt x="4371" y="13427"/>
                  <a:pt x="1490" y="15273"/>
                  <a:pt x="330" y="18119"/>
                </a:cubicBezTo>
                <a:lnTo>
                  <a:pt x="330" y="18119"/>
                </a:lnTo>
                <a:cubicBezTo>
                  <a:pt x="187" y="18476"/>
                  <a:pt x="0" y="19020"/>
                  <a:pt x="27" y="19413"/>
                </a:cubicBezTo>
                <a:lnTo>
                  <a:pt x="27" y="19413"/>
                </a:lnTo>
                <a:lnTo>
                  <a:pt x="31848" y="19413"/>
                </a:lnTo>
                <a:lnTo>
                  <a:pt x="31384" y="1"/>
                </a:lnTo>
                <a:cubicBezTo>
                  <a:pt x="31188" y="679"/>
                  <a:pt x="30269" y="1526"/>
                  <a:pt x="29707" y="1945"/>
                </a:cubicBezTo>
              </a:path>
            </a:pathLst>
          </a:custGeom>
          <a:gradFill>
            <a:gsLst>
              <a:gs pos="0">
                <a:schemeClr val="lt1"/>
              </a:gs>
              <a:gs pos="100000">
                <a:srgbClr val="8134EC">
                  <a:alpha val="70196"/>
                </a:srgbClr>
              </a:gs>
            </a:gsLst>
            <a:lin ang="1350003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7" name="Google Shape;287;p23"/>
          <p:cNvSpPr/>
          <p:nvPr/>
        </p:nvSpPr>
        <p:spPr>
          <a:xfrm>
            <a:off x="5816848" y="3347141"/>
            <a:ext cx="4013990" cy="1875356"/>
          </a:xfrm>
          <a:custGeom>
            <a:avLst/>
            <a:gdLst/>
            <a:ahLst/>
            <a:cxnLst/>
            <a:rect l="l" t="t" r="r" b="b"/>
            <a:pathLst>
              <a:path w="22438" h="10483" extrusionOk="0">
                <a:moveTo>
                  <a:pt x="18307" y="1053"/>
                </a:moveTo>
                <a:cubicBezTo>
                  <a:pt x="17174" y="1740"/>
                  <a:pt x="16505" y="2560"/>
                  <a:pt x="15773" y="3640"/>
                </a:cubicBezTo>
                <a:lnTo>
                  <a:pt x="15773" y="3640"/>
                </a:lnTo>
                <a:cubicBezTo>
                  <a:pt x="15149" y="4550"/>
                  <a:pt x="14658" y="5593"/>
                  <a:pt x="13668" y="6164"/>
                </a:cubicBezTo>
                <a:lnTo>
                  <a:pt x="13668" y="6164"/>
                </a:lnTo>
                <a:cubicBezTo>
                  <a:pt x="12606" y="6762"/>
                  <a:pt x="11009" y="6896"/>
                  <a:pt x="9823" y="6539"/>
                </a:cubicBezTo>
                <a:lnTo>
                  <a:pt x="9823" y="6539"/>
                </a:lnTo>
                <a:cubicBezTo>
                  <a:pt x="8565" y="6156"/>
                  <a:pt x="7049" y="5906"/>
                  <a:pt x="5791" y="6477"/>
                </a:cubicBezTo>
                <a:lnTo>
                  <a:pt x="5791" y="6477"/>
                </a:lnTo>
                <a:cubicBezTo>
                  <a:pt x="4497" y="7057"/>
                  <a:pt x="3293" y="7931"/>
                  <a:pt x="2151" y="8752"/>
                </a:cubicBezTo>
                <a:lnTo>
                  <a:pt x="2151" y="8752"/>
                </a:lnTo>
                <a:cubicBezTo>
                  <a:pt x="1410" y="9296"/>
                  <a:pt x="670" y="9858"/>
                  <a:pt x="1" y="10482"/>
                </a:cubicBezTo>
                <a:lnTo>
                  <a:pt x="1" y="10482"/>
                </a:lnTo>
                <a:lnTo>
                  <a:pt x="22393" y="10482"/>
                </a:lnTo>
                <a:lnTo>
                  <a:pt x="22437" y="98"/>
                </a:lnTo>
                <a:cubicBezTo>
                  <a:pt x="22179" y="27"/>
                  <a:pt x="21902" y="0"/>
                  <a:pt x="21617" y="0"/>
                </a:cubicBezTo>
                <a:lnTo>
                  <a:pt x="21617" y="0"/>
                </a:lnTo>
                <a:cubicBezTo>
                  <a:pt x="20466" y="0"/>
                  <a:pt x="19208" y="517"/>
                  <a:pt x="18307" y="1053"/>
                </a:cubicBezTo>
                <a:close/>
              </a:path>
            </a:pathLst>
          </a:custGeom>
          <a:gradFill>
            <a:gsLst>
              <a:gs pos="0">
                <a:schemeClr val="lt1"/>
              </a:gs>
              <a:gs pos="100000">
                <a:srgbClr val="8134EC">
                  <a:alpha val="70196"/>
                </a:srgbClr>
              </a:gs>
            </a:gsLst>
            <a:lin ang="1350003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8" name="Google Shape;288;p23"/>
          <p:cNvSpPr/>
          <p:nvPr/>
        </p:nvSpPr>
        <p:spPr>
          <a:xfrm rot="-9720741">
            <a:off x="-717073" y="-1675999"/>
            <a:ext cx="5728060" cy="3491392"/>
          </a:xfrm>
          <a:custGeom>
            <a:avLst/>
            <a:gdLst/>
            <a:ahLst/>
            <a:cxnLst/>
            <a:rect l="l" t="t" r="r" b="b"/>
            <a:pathLst>
              <a:path w="31849" h="19413" extrusionOk="0">
                <a:moveTo>
                  <a:pt x="29707" y="1945"/>
                </a:moveTo>
                <a:cubicBezTo>
                  <a:pt x="29279" y="2258"/>
                  <a:pt x="28663" y="2588"/>
                  <a:pt x="28146" y="2695"/>
                </a:cubicBezTo>
                <a:lnTo>
                  <a:pt x="28146" y="2695"/>
                </a:lnTo>
                <a:cubicBezTo>
                  <a:pt x="27334" y="2864"/>
                  <a:pt x="26522" y="2686"/>
                  <a:pt x="25710" y="2516"/>
                </a:cubicBezTo>
                <a:lnTo>
                  <a:pt x="25710" y="2516"/>
                </a:lnTo>
                <a:cubicBezTo>
                  <a:pt x="25131" y="2391"/>
                  <a:pt x="24560" y="2266"/>
                  <a:pt x="23989" y="2266"/>
                </a:cubicBezTo>
                <a:lnTo>
                  <a:pt x="23989" y="2266"/>
                </a:lnTo>
                <a:cubicBezTo>
                  <a:pt x="22552" y="2275"/>
                  <a:pt x="21330" y="2962"/>
                  <a:pt x="20741" y="4274"/>
                </a:cubicBezTo>
                <a:lnTo>
                  <a:pt x="20741" y="4274"/>
                </a:lnTo>
                <a:cubicBezTo>
                  <a:pt x="20135" y="5621"/>
                  <a:pt x="20982" y="7164"/>
                  <a:pt x="20117" y="8493"/>
                </a:cubicBezTo>
                <a:lnTo>
                  <a:pt x="20117" y="8493"/>
                </a:lnTo>
                <a:cubicBezTo>
                  <a:pt x="19162" y="9956"/>
                  <a:pt x="17682" y="8440"/>
                  <a:pt x="16772" y="7726"/>
                </a:cubicBezTo>
                <a:lnTo>
                  <a:pt x="16772" y="7726"/>
                </a:lnTo>
                <a:cubicBezTo>
                  <a:pt x="15737" y="6905"/>
                  <a:pt x="13997" y="6379"/>
                  <a:pt x="12766" y="7111"/>
                </a:cubicBezTo>
                <a:lnTo>
                  <a:pt x="12766" y="7111"/>
                </a:lnTo>
                <a:cubicBezTo>
                  <a:pt x="12186" y="7450"/>
                  <a:pt x="11678" y="8083"/>
                  <a:pt x="11410" y="8698"/>
                </a:cubicBezTo>
                <a:lnTo>
                  <a:pt x="11410" y="8698"/>
                </a:lnTo>
                <a:cubicBezTo>
                  <a:pt x="11107" y="9403"/>
                  <a:pt x="11125" y="10162"/>
                  <a:pt x="10884" y="10857"/>
                </a:cubicBezTo>
                <a:lnTo>
                  <a:pt x="10884" y="10857"/>
                </a:lnTo>
                <a:cubicBezTo>
                  <a:pt x="10661" y="11482"/>
                  <a:pt x="10179" y="12285"/>
                  <a:pt x="9528" y="12561"/>
                </a:cubicBezTo>
                <a:lnTo>
                  <a:pt x="9528" y="12561"/>
                </a:lnTo>
                <a:cubicBezTo>
                  <a:pt x="8832" y="12865"/>
                  <a:pt x="8065" y="12882"/>
                  <a:pt x="7342" y="12989"/>
                </a:cubicBezTo>
                <a:lnTo>
                  <a:pt x="7342" y="12989"/>
                </a:lnTo>
                <a:cubicBezTo>
                  <a:pt x="4371" y="13427"/>
                  <a:pt x="1490" y="15273"/>
                  <a:pt x="330" y="18119"/>
                </a:cubicBezTo>
                <a:lnTo>
                  <a:pt x="330" y="18119"/>
                </a:lnTo>
                <a:cubicBezTo>
                  <a:pt x="187" y="18476"/>
                  <a:pt x="0" y="19020"/>
                  <a:pt x="27" y="19413"/>
                </a:cubicBezTo>
                <a:lnTo>
                  <a:pt x="27" y="19413"/>
                </a:lnTo>
                <a:lnTo>
                  <a:pt x="31848" y="19413"/>
                </a:lnTo>
                <a:lnTo>
                  <a:pt x="31384" y="1"/>
                </a:lnTo>
                <a:cubicBezTo>
                  <a:pt x="31188" y="679"/>
                  <a:pt x="30269" y="1526"/>
                  <a:pt x="29707" y="1945"/>
                </a:cubicBezTo>
              </a:path>
            </a:pathLst>
          </a:custGeom>
          <a:gradFill>
            <a:gsLst>
              <a:gs pos="0">
                <a:schemeClr val="lt1"/>
              </a:gs>
              <a:gs pos="100000">
                <a:srgbClr val="8134EC">
                  <a:alpha val="70196"/>
                </a:srgbClr>
              </a:gs>
            </a:gsLst>
            <a:lin ang="1350003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89" name="Google Shape;289;p23"/>
          <p:cNvGrpSpPr/>
          <p:nvPr/>
        </p:nvGrpSpPr>
        <p:grpSpPr>
          <a:xfrm>
            <a:off x="531953" y="54192"/>
            <a:ext cx="2525032" cy="660100"/>
            <a:chOff x="531953" y="54192"/>
            <a:chExt cx="2525032" cy="660100"/>
          </a:xfrm>
        </p:grpSpPr>
        <p:sp>
          <p:nvSpPr>
            <p:cNvPr id="290" name="Google Shape;290;p23"/>
            <p:cNvSpPr/>
            <p:nvPr/>
          </p:nvSpPr>
          <p:spPr>
            <a:xfrm>
              <a:off x="531953" y="54192"/>
              <a:ext cx="660023" cy="660100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" name="Google Shape;291;p23"/>
            <p:cNvSpPr/>
            <p:nvPr/>
          </p:nvSpPr>
          <p:spPr>
            <a:xfrm>
              <a:off x="2311280" y="245493"/>
              <a:ext cx="468769" cy="468795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" name="Google Shape;292;p23"/>
            <p:cNvSpPr/>
            <p:nvPr/>
          </p:nvSpPr>
          <p:spPr>
            <a:xfrm>
              <a:off x="1841797" y="164290"/>
              <a:ext cx="238346" cy="238372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rgbClr val="FFFFFF">
                    <a:alpha val="50196"/>
                  </a:srgbClr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" name="Google Shape;293;p23"/>
            <p:cNvSpPr/>
            <p:nvPr/>
          </p:nvSpPr>
          <p:spPr>
            <a:xfrm>
              <a:off x="2729973" y="54203"/>
              <a:ext cx="327012" cy="327044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>
  <p:cSld name="CUSTOM_9_2"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24"/>
          <p:cNvSpPr/>
          <p:nvPr/>
        </p:nvSpPr>
        <p:spPr>
          <a:xfrm rot="1292342" flipH="1">
            <a:off x="-2419456" y="2200421"/>
            <a:ext cx="6095930" cy="3491359"/>
          </a:xfrm>
          <a:custGeom>
            <a:avLst/>
            <a:gdLst/>
            <a:ahLst/>
            <a:cxnLst/>
            <a:rect l="l" t="t" r="r" b="b"/>
            <a:pathLst>
              <a:path w="31849" h="19413" extrusionOk="0">
                <a:moveTo>
                  <a:pt x="29707" y="1945"/>
                </a:moveTo>
                <a:cubicBezTo>
                  <a:pt x="29279" y="2258"/>
                  <a:pt x="28663" y="2588"/>
                  <a:pt x="28146" y="2695"/>
                </a:cubicBezTo>
                <a:lnTo>
                  <a:pt x="28146" y="2695"/>
                </a:lnTo>
                <a:cubicBezTo>
                  <a:pt x="27334" y="2864"/>
                  <a:pt x="26522" y="2686"/>
                  <a:pt x="25710" y="2516"/>
                </a:cubicBezTo>
                <a:lnTo>
                  <a:pt x="25710" y="2516"/>
                </a:lnTo>
                <a:cubicBezTo>
                  <a:pt x="25131" y="2391"/>
                  <a:pt x="24560" y="2266"/>
                  <a:pt x="23989" y="2266"/>
                </a:cubicBezTo>
                <a:lnTo>
                  <a:pt x="23989" y="2266"/>
                </a:lnTo>
                <a:cubicBezTo>
                  <a:pt x="22552" y="2275"/>
                  <a:pt x="21330" y="2962"/>
                  <a:pt x="20741" y="4274"/>
                </a:cubicBezTo>
                <a:lnTo>
                  <a:pt x="20741" y="4274"/>
                </a:lnTo>
                <a:cubicBezTo>
                  <a:pt x="20135" y="5621"/>
                  <a:pt x="20982" y="7164"/>
                  <a:pt x="20117" y="8493"/>
                </a:cubicBezTo>
                <a:lnTo>
                  <a:pt x="20117" y="8493"/>
                </a:lnTo>
                <a:cubicBezTo>
                  <a:pt x="19162" y="9956"/>
                  <a:pt x="17682" y="8440"/>
                  <a:pt x="16772" y="7726"/>
                </a:cubicBezTo>
                <a:lnTo>
                  <a:pt x="16772" y="7726"/>
                </a:lnTo>
                <a:cubicBezTo>
                  <a:pt x="15737" y="6905"/>
                  <a:pt x="13997" y="6379"/>
                  <a:pt x="12766" y="7111"/>
                </a:cubicBezTo>
                <a:lnTo>
                  <a:pt x="12766" y="7111"/>
                </a:lnTo>
                <a:cubicBezTo>
                  <a:pt x="12186" y="7450"/>
                  <a:pt x="11678" y="8083"/>
                  <a:pt x="11410" y="8698"/>
                </a:cubicBezTo>
                <a:lnTo>
                  <a:pt x="11410" y="8698"/>
                </a:lnTo>
                <a:cubicBezTo>
                  <a:pt x="11107" y="9403"/>
                  <a:pt x="11125" y="10162"/>
                  <a:pt x="10884" y="10857"/>
                </a:cubicBezTo>
                <a:lnTo>
                  <a:pt x="10884" y="10857"/>
                </a:lnTo>
                <a:cubicBezTo>
                  <a:pt x="10661" y="11482"/>
                  <a:pt x="10179" y="12285"/>
                  <a:pt x="9528" y="12561"/>
                </a:cubicBezTo>
                <a:lnTo>
                  <a:pt x="9528" y="12561"/>
                </a:lnTo>
                <a:cubicBezTo>
                  <a:pt x="8832" y="12865"/>
                  <a:pt x="8065" y="12882"/>
                  <a:pt x="7342" y="12989"/>
                </a:cubicBezTo>
                <a:lnTo>
                  <a:pt x="7342" y="12989"/>
                </a:lnTo>
                <a:cubicBezTo>
                  <a:pt x="4371" y="13427"/>
                  <a:pt x="1490" y="15273"/>
                  <a:pt x="330" y="18119"/>
                </a:cubicBezTo>
                <a:lnTo>
                  <a:pt x="330" y="18119"/>
                </a:lnTo>
                <a:cubicBezTo>
                  <a:pt x="187" y="18476"/>
                  <a:pt x="0" y="19020"/>
                  <a:pt x="27" y="19413"/>
                </a:cubicBezTo>
                <a:lnTo>
                  <a:pt x="27" y="19413"/>
                </a:lnTo>
                <a:lnTo>
                  <a:pt x="31848" y="19413"/>
                </a:lnTo>
                <a:lnTo>
                  <a:pt x="31384" y="1"/>
                </a:lnTo>
                <a:cubicBezTo>
                  <a:pt x="31188" y="679"/>
                  <a:pt x="30269" y="1526"/>
                  <a:pt x="29707" y="1945"/>
                </a:cubicBezTo>
              </a:path>
            </a:pathLst>
          </a:custGeom>
          <a:gradFill>
            <a:gsLst>
              <a:gs pos="0">
                <a:schemeClr val="lt1"/>
              </a:gs>
              <a:gs pos="100000">
                <a:srgbClr val="8134EC">
                  <a:alpha val="70196"/>
                </a:srgbClr>
              </a:gs>
            </a:gsLst>
            <a:lin ang="1350003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6" name="Google Shape;296;p24"/>
          <p:cNvSpPr/>
          <p:nvPr/>
        </p:nvSpPr>
        <p:spPr>
          <a:xfrm rot="5400000">
            <a:off x="6537482" y="2747717"/>
            <a:ext cx="3524097" cy="2396762"/>
          </a:xfrm>
          <a:custGeom>
            <a:avLst/>
            <a:gdLst/>
            <a:ahLst/>
            <a:cxnLst/>
            <a:rect l="l" t="t" r="r" b="b"/>
            <a:pathLst>
              <a:path w="20635" h="14034" extrusionOk="0">
                <a:moveTo>
                  <a:pt x="20635" y="687"/>
                </a:moveTo>
                <a:cubicBezTo>
                  <a:pt x="18637" y="687"/>
                  <a:pt x="16638" y="768"/>
                  <a:pt x="14649" y="643"/>
                </a:cubicBezTo>
                <a:cubicBezTo>
                  <a:pt x="12552" y="509"/>
                  <a:pt x="10492" y="224"/>
                  <a:pt x="8377" y="224"/>
                </a:cubicBezTo>
                <a:cubicBezTo>
                  <a:pt x="6879" y="224"/>
                  <a:pt x="5380" y="313"/>
                  <a:pt x="3899" y="313"/>
                </a:cubicBezTo>
                <a:cubicBezTo>
                  <a:pt x="3132" y="313"/>
                  <a:pt x="955" y="0"/>
                  <a:pt x="509" y="875"/>
                </a:cubicBezTo>
                <a:cubicBezTo>
                  <a:pt x="1" y="1883"/>
                  <a:pt x="2329" y="3792"/>
                  <a:pt x="2989" y="4300"/>
                </a:cubicBezTo>
                <a:cubicBezTo>
                  <a:pt x="4185" y="5228"/>
                  <a:pt x="5433" y="5335"/>
                  <a:pt x="6879" y="5549"/>
                </a:cubicBezTo>
                <a:cubicBezTo>
                  <a:pt x="8422" y="5781"/>
                  <a:pt x="9832" y="5995"/>
                  <a:pt x="11107" y="6941"/>
                </a:cubicBezTo>
                <a:cubicBezTo>
                  <a:pt x="12196" y="7762"/>
                  <a:pt x="12829" y="8966"/>
                  <a:pt x="13516" y="10099"/>
                </a:cubicBezTo>
                <a:cubicBezTo>
                  <a:pt x="14230" y="11268"/>
                  <a:pt x="15291" y="12151"/>
                  <a:pt x="16496" y="12775"/>
                </a:cubicBezTo>
                <a:cubicBezTo>
                  <a:pt x="17566" y="13320"/>
                  <a:pt x="19074" y="13998"/>
                  <a:pt x="20278" y="14033"/>
                </a:cubicBezTo>
                <a:cubicBezTo>
                  <a:pt x="20421" y="13221"/>
                  <a:pt x="20314" y="12383"/>
                  <a:pt x="20332" y="11562"/>
                </a:cubicBezTo>
                <a:cubicBezTo>
                  <a:pt x="20349" y="10732"/>
                  <a:pt x="20635" y="9930"/>
                  <a:pt x="20635" y="9109"/>
                </a:cubicBezTo>
                <a:cubicBezTo>
                  <a:pt x="20635" y="8252"/>
                  <a:pt x="20635" y="7387"/>
                  <a:pt x="20635" y="6531"/>
                </a:cubicBezTo>
                <a:lnTo>
                  <a:pt x="20635" y="1713"/>
                </a:lnTo>
                <a:close/>
              </a:path>
            </a:pathLst>
          </a:custGeom>
          <a:gradFill>
            <a:gsLst>
              <a:gs pos="0">
                <a:srgbClr val="8134EC">
                  <a:alpha val="70196"/>
                </a:srgbClr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97" name="Google Shape;297;p24"/>
          <p:cNvGrpSpPr/>
          <p:nvPr/>
        </p:nvGrpSpPr>
        <p:grpSpPr>
          <a:xfrm>
            <a:off x="8209011" y="2860943"/>
            <a:ext cx="934985" cy="2170316"/>
            <a:chOff x="8220061" y="2910118"/>
            <a:chExt cx="934985" cy="2170316"/>
          </a:xfrm>
        </p:grpSpPr>
        <p:sp>
          <p:nvSpPr>
            <p:cNvPr id="298" name="Google Shape;298;p24"/>
            <p:cNvSpPr/>
            <p:nvPr/>
          </p:nvSpPr>
          <p:spPr>
            <a:xfrm>
              <a:off x="8495023" y="4363315"/>
              <a:ext cx="660023" cy="660064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" name="Google Shape;299;p24"/>
            <p:cNvSpPr/>
            <p:nvPr/>
          </p:nvSpPr>
          <p:spPr>
            <a:xfrm>
              <a:off x="8737186" y="3731603"/>
              <a:ext cx="327012" cy="327044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" name="Google Shape;300;p24"/>
            <p:cNvSpPr/>
            <p:nvPr/>
          </p:nvSpPr>
          <p:spPr>
            <a:xfrm>
              <a:off x="8220061" y="4753390"/>
              <a:ext cx="327012" cy="327044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" name="Google Shape;301;p24"/>
            <p:cNvSpPr/>
            <p:nvPr/>
          </p:nvSpPr>
          <p:spPr>
            <a:xfrm>
              <a:off x="8552930" y="2910118"/>
              <a:ext cx="468769" cy="468795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02" name="Google Shape;302;p24"/>
          <p:cNvGrpSpPr/>
          <p:nvPr/>
        </p:nvGrpSpPr>
        <p:grpSpPr>
          <a:xfrm rot="7347507">
            <a:off x="371745" y="3666596"/>
            <a:ext cx="682717" cy="1547317"/>
            <a:chOff x="-33427" y="3476090"/>
            <a:chExt cx="682702" cy="1547282"/>
          </a:xfrm>
        </p:grpSpPr>
        <p:sp>
          <p:nvSpPr>
            <p:cNvPr id="303" name="Google Shape;303;p24"/>
            <p:cNvSpPr/>
            <p:nvPr/>
          </p:nvSpPr>
          <p:spPr>
            <a:xfrm>
              <a:off x="180505" y="4256493"/>
              <a:ext cx="468769" cy="468795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" name="Google Shape;304;p24"/>
            <p:cNvSpPr/>
            <p:nvPr/>
          </p:nvSpPr>
          <p:spPr>
            <a:xfrm>
              <a:off x="-33427" y="3476090"/>
              <a:ext cx="660023" cy="660064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" name="Google Shape;305;p24"/>
            <p:cNvSpPr/>
            <p:nvPr/>
          </p:nvSpPr>
          <p:spPr>
            <a:xfrm>
              <a:off x="133086" y="4696328"/>
              <a:ext cx="327012" cy="327044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gradFill>
          <a:gsLst>
            <a:gs pos="0">
              <a:schemeClr val="lt1"/>
            </a:gs>
            <a:gs pos="100000">
              <a:schemeClr val="accent1"/>
            </a:gs>
          </a:gsLst>
          <a:lin ang="2700006" scaled="0"/>
        </a:gra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100" y="539400"/>
            <a:ext cx="77178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rispace"/>
              <a:buNone/>
              <a:defRPr sz="2800">
                <a:solidFill>
                  <a:schemeClr val="dk1"/>
                </a:solidFill>
                <a:latin typeface="Trispace"/>
                <a:ea typeface="Trispace"/>
                <a:cs typeface="Trispace"/>
                <a:sym typeface="Trispac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rispace"/>
              <a:buNone/>
              <a:defRPr sz="2800">
                <a:solidFill>
                  <a:schemeClr val="dk1"/>
                </a:solidFill>
                <a:latin typeface="Trispace"/>
                <a:ea typeface="Trispace"/>
                <a:cs typeface="Trispace"/>
                <a:sym typeface="Trispac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rispace"/>
              <a:buNone/>
              <a:defRPr sz="2800">
                <a:solidFill>
                  <a:schemeClr val="dk1"/>
                </a:solidFill>
                <a:latin typeface="Trispace"/>
                <a:ea typeface="Trispace"/>
                <a:cs typeface="Trispace"/>
                <a:sym typeface="Trispac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rispace"/>
              <a:buNone/>
              <a:defRPr sz="2800">
                <a:solidFill>
                  <a:schemeClr val="dk1"/>
                </a:solidFill>
                <a:latin typeface="Trispace"/>
                <a:ea typeface="Trispace"/>
                <a:cs typeface="Trispace"/>
                <a:sym typeface="Trispac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rispace"/>
              <a:buNone/>
              <a:defRPr sz="2800">
                <a:solidFill>
                  <a:schemeClr val="dk1"/>
                </a:solidFill>
                <a:latin typeface="Trispace"/>
                <a:ea typeface="Trispace"/>
                <a:cs typeface="Trispace"/>
                <a:sym typeface="Trispac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rispace"/>
              <a:buNone/>
              <a:defRPr sz="2800">
                <a:solidFill>
                  <a:schemeClr val="dk1"/>
                </a:solidFill>
                <a:latin typeface="Trispace"/>
                <a:ea typeface="Trispace"/>
                <a:cs typeface="Trispace"/>
                <a:sym typeface="Trispac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rispace"/>
              <a:buNone/>
              <a:defRPr sz="2800">
                <a:solidFill>
                  <a:schemeClr val="dk1"/>
                </a:solidFill>
                <a:latin typeface="Trispace"/>
                <a:ea typeface="Trispace"/>
                <a:cs typeface="Trispace"/>
                <a:sym typeface="Trispac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rispace"/>
              <a:buNone/>
              <a:defRPr sz="2800">
                <a:solidFill>
                  <a:schemeClr val="dk1"/>
                </a:solidFill>
                <a:latin typeface="Trispace"/>
                <a:ea typeface="Trispace"/>
                <a:cs typeface="Trispace"/>
                <a:sym typeface="Trispac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rispace"/>
              <a:buNone/>
              <a:defRPr sz="2800">
                <a:solidFill>
                  <a:schemeClr val="dk1"/>
                </a:solidFill>
                <a:latin typeface="Trispace"/>
                <a:ea typeface="Trispace"/>
                <a:cs typeface="Trispace"/>
                <a:sym typeface="Trispace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100" y="1152475"/>
            <a:ext cx="77178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ven Pro"/>
              <a:buChar char="●"/>
              <a:defRPr sz="12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1pPr>
            <a:lvl2pPr marL="914400" lvl="1" indent="-304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ven Pro"/>
              <a:buChar char="○"/>
              <a:defRPr sz="12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2pPr>
            <a:lvl3pPr marL="1371600" lvl="2" indent="-304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ven Pro"/>
              <a:buChar char="■"/>
              <a:defRPr sz="12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3pPr>
            <a:lvl4pPr marL="1828800" lvl="3" indent="-304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ven Pro"/>
              <a:buChar char="●"/>
              <a:defRPr sz="12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4pPr>
            <a:lvl5pPr marL="2286000" lvl="4" indent="-304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ven Pro"/>
              <a:buChar char="○"/>
              <a:defRPr sz="12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5pPr>
            <a:lvl6pPr marL="2743200" lvl="5" indent="-304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ven Pro"/>
              <a:buChar char="■"/>
              <a:defRPr sz="12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6pPr>
            <a:lvl7pPr marL="3200400" lvl="6" indent="-304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ven Pro"/>
              <a:buChar char="●"/>
              <a:defRPr sz="12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7pPr>
            <a:lvl8pPr marL="3657600" lvl="7" indent="-304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ven Pro"/>
              <a:buChar char="○"/>
              <a:defRPr sz="12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8pPr>
            <a:lvl9pPr marL="4114800" lvl="8" indent="-30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200"/>
              <a:buFont typeface="Maven Pro"/>
              <a:buChar char="■"/>
              <a:defRPr sz="12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4" r:id="rId1"/>
    <p:sldLayoutId id="2147483655" r:id="rId2"/>
    <p:sldLayoutId id="2147483656" r:id="rId3"/>
    <p:sldLayoutId id="2147483658" r:id="rId4"/>
    <p:sldLayoutId id="2147483668" r:id="rId5"/>
    <p:sldLayoutId id="2147483669" r:id="rId6"/>
    <p:sldLayoutId id="2147483670" r:id="rId7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40">
          <p15:clr>
            <a:srgbClr val="EA4335"/>
          </p15:clr>
        </p15:guide>
        <p15:guide id="2" pos="449">
          <p15:clr>
            <a:srgbClr val="EA4335"/>
          </p15:clr>
        </p15:guide>
        <p15:guide id="3" orient="horz" pos="2900">
          <p15:clr>
            <a:srgbClr val="EA4335"/>
          </p15:clr>
        </p15:guide>
        <p15:guide id="4" pos="5311">
          <p15:clr>
            <a:srgbClr val="EA4335"/>
          </p15:clr>
        </p15:guide>
        <p15:guide id="5" pos="2880">
          <p15:clr>
            <a:srgbClr val="EA4335"/>
          </p15:clr>
        </p15:guide>
        <p15:guide id="6" orient="horz" pos="1620">
          <p15:clr>
            <a:srgbClr val="EA4335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AA221F8-6E21-9CB5-5C19-30F7E6C0E6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9144000" cy="51435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6813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E62E349-D733-AC27-8BF2-F5CEC8EF6E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9144000" cy="51435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61248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1B550CA-B428-3E15-42C8-C6D546D10E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0"/>
            <a:ext cx="9143998" cy="51434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87009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E3F7F92-6B8D-CCAA-248F-469FCA1614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0"/>
            <a:ext cx="9143998" cy="51434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96833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C329F58-FFA5-6DAA-91D2-5634B725C9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0"/>
            <a:ext cx="9143998" cy="51434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7266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F56C999-3EA3-93C3-3245-7A4AB876FC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9144000" cy="51435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92494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778051B-1A98-5AB8-1BF9-E4AEE927D3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0"/>
            <a:ext cx="9143998" cy="51434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72409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6011462-B33A-D92E-1F46-7DB73BC014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0"/>
            <a:ext cx="9143998" cy="51434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03659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5FE9D69-7CFC-E6E3-66D2-2DF7DB3DC4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0"/>
            <a:ext cx="9143998" cy="51434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5083716"/>
      </p:ext>
    </p:extLst>
  </p:cSld>
  <p:clrMapOvr>
    <a:masterClrMapping/>
  </p:clrMapOvr>
</p:sld>
</file>

<file path=ppt/theme/theme1.xml><?xml version="1.0" encoding="utf-8"?>
<a:theme xmlns:a="http://schemas.openxmlformats.org/drawingml/2006/main" name="AI App Pitch Deck by Slidesgo">
  <a:themeElements>
    <a:clrScheme name="Simple Light">
      <a:dk1>
        <a:srgbClr val="FFFFFF"/>
      </a:dk1>
      <a:lt1>
        <a:srgbClr val="0B0218"/>
      </a:lt1>
      <a:dk2>
        <a:srgbClr val="CEABFF"/>
      </a:dk2>
      <a:lt2>
        <a:srgbClr val="8134EC"/>
      </a:lt2>
      <a:accent1>
        <a:srgbClr val="240155"/>
      </a:accent1>
      <a:accent2>
        <a:srgbClr val="9101BE"/>
      </a:accent2>
      <a:accent3>
        <a:srgbClr val="4654F0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46</TotalTime>
  <Words>0</Words>
  <Application>Microsoft Office PowerPoint</Application>
  <PresentationFormat>On-screen Show (16:9)</PresentationFormat>
  <Paragraphs>0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Trispace</vt:lpstr>
      <vt:lpstr>Maven Pro</vt:lpstr>
      <vt:lpstr>Arial</vt:lpstr>
      <vt:lpstr>AI App Pitch Deck by Slidesgo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Jurjac</dc:creator>
  <cp:lastModifiedBy>George Mondea</cp:lastModifiedBy>
  <cp:revision>4</cp:revision>
  <dcterms:modified xsi:type="dcterms:W3CDTF">2026-03-04T10:42:25Z</dcterms:modified>
</cp:coreProperties>
</file>