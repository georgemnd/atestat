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1"/>
  </p:notesMasterIdLst>
  <p:sldIdLst>
    <p:sldId id="298" r:id="rId2"/>
    <p:sldId id="299" r:id="rId3"/>
    <p:sldId id="300" r:id="rId4"/>
    <p:sldId id="301" r:id="rId5"/>
    <p:sldId id="302" r:id="rId6"/>
    <p:sldId id="303" r:id="rId7"/>
    <p:sldId id="304" r:id="rId8"/>
    <p:sldId id="305" r:id="rId9"/>
    <p:sldId id="306" r:id="rId10"/>
  </p:sldIdLst>
  <p:sldSz cx="9144000" cy="5143500" type="screen16x9"/>
  <p:notesSz cx="6858000" cy="9144000"/>
  <p:embeddedFontLst>
    <p:embeddedFont>
      <p:font typeface="Maven Pro" panose="020B0604020202020204" charset="-18"/>
      <p:regular r:id="rId12"/>
      <p:bold r:id="rId13"/>
    </p:embeddedFont>
    <p:embeddedFont>
      <p:font typeface="Trispace" panose="020B0604020202020204" charset="-18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7AF872C-0603-4CED-BAB3-B1E9C2D0CF7D}">
  <a:tblStyle styleId="{77AF872C-0603-4CED-BAB3-B1E9C2D0CF7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F35F04-3FB7-4002-A2F7-5F08EEC638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>
            <a:spLocks noGrp="1"/>
          </p:cNvSpPr>
          <p:nvPr>
            <p:ph type="pic" idx="2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2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68" r:id="rId5"/>
    <p:sldLayoutId id="2147483669" r:id="rId6"/>
    <p:sldLayoutId id="2147483670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64D2D7-8268-54E6-C656-8E534243D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1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62E349-D733-AC27-8BF2-F5CEC8EF6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124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1B550CA-B428-3E15-42C8-C6D546D10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700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3F7F92-6B8D-CCAA-248F-469FCA161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683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329F58-FFA5-6DAA-91D2-5634B725C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56C999-3EA3-93C3-3245-7A4AB876F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24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78051B-1A98-5AB8-1BF9-E4AEE927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40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011462-B33A-D92E-1F46-7DB73BC01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365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FE9D69-7CFC-E6E3-66D2-2DF7DB3DC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083716"/>
      </p:ext>
    </p:extLst>
  </p:cSld>
  <p:clrMapOvr>
    <a:masterClrMapping/>
  </p:clrMapOvr>
</p:sld>
</file>

<file path=ppt/theme/theme1.xml><?xml version="1.0" encoding="utf-8"?>
<a:theme xmlns:a="http://schemas.openxmlformats.org/drawingml/2006/main" name="AI App Pitch Deck by Slidesgo">
  <a:themeElements>
    <a:clrScheme name="Simple Light">
      <a:dk1>
        <a:srgbClr val="FFFFFF"/>
      </a:dk1>
      <a:lt1>
        <a:srgbClr val="0B0218"/>
      </a:lt1>
      <a:dk2>
        <a:srgbClr val="CEABFF"/>
      </a:dk2>
      <a:lt2>
        <a:srgbClr val="8134EC"/>
      </a:lt2>
      <a:accent1>
        <a:srgbClr val="240155"/>
      </a:accent1>
      <a:accent2>
        <a:srgbClr val="9101BE"/>
      </a:accent2>
      <a:accent3>
        <a:srgbClr val="4654F0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Office PowerPoint</Application>
  <PresentationFormat>On-screen Show (16:9)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Trispace</vt:lpstr>
      <vt:lpstr>Maven Pro</vt:lpstr>
      <vt:lpstr>AI App Pitch Deck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Jurjac</dc:creator>
  <cp:lastModifiedBy>George Mondea</cp:lastModifiedBy>
  <cp:revision>3</cp:revision>
  <dcterms:modified xsi:type="dcterms:W3CDTF">2026-02-05T07:49:06Z</dcterms:modified>
</cp:coreProperties>
</file>