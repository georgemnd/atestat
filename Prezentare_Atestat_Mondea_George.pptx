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1"/>
  </p:notesMasterIdLst>
  <p:sldIdLst>
    <p:sldId id="298" r:id="rId2"/>
    <p:sldId id="299" r:id="rId3"/>
    <p:sldId id="300" r:id="rId4"/>
    <p:sldId id="301" r:id="rId5"/>
    <p:sldId id="302" r:id="rId6"/>
    <p:sldId id="303" r:id="rId7"/>
    <p:sldId id="304" r:id="rId8"/>
    <p:sldId id="305" r:id="rId9"/>
    <p:sldId id="306" r:id="rId10"/>
  </p:sldIdLst>
  <p:sldSz cx="9144000" cy="5143500" type="screen16x9"/>
  <p:notesSz cx="6858000" cy="9144000"/>
  <p:embeddedFontLst>
    <p:embeddedFont>
      <p:font typeface="Maven Pro" panose="020B0604020202020204" charset="-18"/>
      <p:regular r:id="rId12"/>
      <p:bold r:id="rId13"/>
    </p:embeddedFont>
    <p:embeddedFont>
      <p:font typeface="Trispace" panose="020B0604020202020204" charset="-18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7AF872C-0603-4CED-BAB3-B1E9C2D0CF7D}">
  <a:tblStyle styleId="{77AF872C-0603-4CED-BAB3-B1E9C2D0CF7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EF35F04-3FB7-4002-A2F7-5F08EEC638B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"/>
          <p:cNvSpPr/>
          <p:nvPr/>
        </p:nvSpPr>
        <p:spPr>
          <a:xfrm rot="-6419074">
            <a:off x="4830466" y="-402088"/>
            <a:ext cx="7138425" cy="3491376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8"/>
          <p:cNvSpPr/>
          <p:nvPr/>
        </p:nvSpPr>
        <p:spPr>
          <a:xfrm rot="5868956">
            <a:off x="-2972528" y="1025449"/>
            <a:ext cx="7138386" cy="349139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8"/>
          <p:cNvGrpSpPr/>
          <p:nvPr/>
        </p:nvGrpSpPr>
        <p:grpSpPr>
          <a:xfrm>
            <a:off x="8030823" y="254364"/>
            <a:ext cx="1324311" cy="1655928"/>
            <a:chOff x="8030823" y="254364"/>
            <a:chExt cx="1324311" cy="1655928"/>
          </a:xfrm>
        </p:grpSpPr>
        <p:sp>
          <p:nvSpPr>
            <p:cNvPr id="85" name="Google Shape;85;p8"/>
            <p:cNvSpPr/>
            <p:nvPr/>
          </p:nvSpPr>
          <p:spPr>
            <a:xfrm>
              <a:off x="8409504" y="254378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>
              <a:off x="8107053" y="1250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8030823" y="25436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" name="Google Shape;88;p8"/>
          <p:cNvGrpSpPr/>
          <p:nvPr/>
        </p:nvGrpSpPr>
        <p:grpSpPr>
          <a:xfrm>
            <a:off x="-137271" y="2581792"/>
            <a:ext cx="1510384" cy="2479841"/>
            <a:chOff x="-137271" y="2581792"/>
            <a:chExt cx="1510384" cy="2479841"/>
          </a:xfrm>
        </p:grpSpPr>
        <p:sp>
          <p:nvSpPr>
            <p:cNvPr id="89" name="Google Shape;89;p8"/>
            <p:cNvSpPr/>
            <p:nvPr/>
          </p:nvSpPr>
          <p:spPr>
            <a:xfrm>
              <a:off x="266653" y="25817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713090" y="3958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262648" y="35153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-137271" y="4115903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2241450" y="152025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2241550" y="2362050"/>
            <a:ext cx="4661100" cy="1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" name="Google Shape;100;p9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101" name="Google Shape;101;p9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9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9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9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0"/>
          <p:cNvSpPr>
            <a:spLocks noGrp="1"/>
          </p:cNvSpPr>
          <p:nvPr>
            <p:ph type="pic" idx="2"/>
          </p:nvPr>
        </p:nvSpPr>
        <p:spPr>
          <a:xfrm>
            <a:off x="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0"/>
          <p:cNvSpPr txBox="1">
            <a:spLocks noGrp="1"/>
          </p:cNvSpPr>
          <p:nvPr>
            <p:ph type="title"/>
          </p:nvPr>
        </p:nvSpPr>
        <p:spPr>
          <a:xfrm>
            <a:off x="720000" y="386205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2"/>
          <p:cNvSpPr/>
          <p:nvPr/>
        </p:nvSpPr>
        <p:spPr>
          <a:xfrm rot="-6125281">
            <a:off x="6780953" y="-507545"/>
            <a:ext cx="4634067" cy="2824557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2"/>
          <p:cNvSpPr/>
          <p:nvPr/>
        </p:nvSpPr>
        <p:spPr>
          <a:xfrm flipH="1">
            <a:off x="-1192290" y="3569975"/>
            <a:ext cx="5029983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7" name="Google Shape;277;p22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278" name="Google Shape;278;p22"/>
            <p:cNvSpPr/>
            <p:nvPr/>
          </p:nvSpPr>
          <p:spPr>
            <a:xfrm>
              <a:off x="53078" y="35190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2"/>
            <p:cNvSpPr/>
            <p:nvPr/>
          </p:nvSpPr>
          <p:spPr>
            <a:xfrm>
              <a:off x="251230" y="4604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2"/>
            <p:cNvSpPr/>
            <p:nvPr/>
          </p:nvSpPr>
          <p:spPr>
            <a:xfrm>
              <a:off x="148697" y="43264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" name="Google Shape;281;p22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282" name="Google Shape;282;p22"/>
            <p:cNvSpPr/>
            <p:nvPr/>
          </p:nvSpPr>
          <p:spPr>
            <a:xfrm>
              <a:off x="8267398" y="1113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2"/>
            <p:cNvSpPr/>
            <p:nvPr/>
          </p:nvSpPr>
          <p:spPr>
            <a:xfrm>
              <a:off x="8534803" y="574679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2"/>
            <p:cNvSpPr/>
            <p:nvPr/>
          </p:nvSpPr>
          <p:spPr>
            <a:xfrm>
              <a:off x="7618822" y="11136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3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23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23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9" name="Google Shape;289;p23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290" name="Google Shape;290;p23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3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3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3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2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4"/>
          <p:cNvSpPr/>
          <p:nvPr/>
        </p:nvSpPr>
        <p:spPr>
          <a:xfrm rot="1292342" flipH="1">
            <a:off x="-2419456" y="2200421"/>
            <a:ext cx="6095930" cy="3491359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24"/>
          <p:cNvSpPr/>
          <p:nvPr/>
        </p:nvSpPr>
        <p:spPr>
          <a:xfrm rot="5400000">
            <a:off x="6537482" y="2747717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7" name="Google Shape;297;p24"/>
          <p:cNvGrpSpPr/>
          <p:nvPr/>
        </p:nvGrpSpPr>
        <p:grpSpPr>
          <a:xfrm>
            <a:off x="8209011" y="2860943"/>
            <a:ext cx="934985" cy="2170316"/>
            <a:chOff x="8220061" y="2910118"/>
            <a:chExt cx="934985" cy="2170316"/>
          </a:xfrm>
        </p:grpSpPr>
        <p:sp>
          <p:nvSpPr>
            <p:cNvPr id="298" name="Google Shape;298;p24"/>
            <p:cNvSpPr/>
            <p:nvPr/>
          </p:nvSpPr>
          <p:spPr>
            <a:xfrm>
              <a:off x="8495023" y="4363315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4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4"/>
            <p:cNvSpPr/>
            <p:nvPr/>
          </p:nvSpPr>
          <p:spPr>
            <a:xfrm>
              <a:off x="8220061" y="4753390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24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" name="Google Shape;302;p24"/>
          <p:cNvGrpSpPr/>
          <p:nvPr/>
        </p:nvGrpSpPr>
        <p:grpSpPr>
          <a:xfrm rot="7347507">
            <a:off x="371745" y="3666596"/>
            <a:ext cx="682717" cy="1547317"/>
            <a:chOff x="-33427" y="3476090"/>
            <a:chExt cx="682702" cy="1547282"/>
          </a:xfrm>
        </p:grpSpPr>
        <p:sp>
          <p:nvSpPr>
            <p:cNvPr id="303" name="Google Shape;303;p24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4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4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accent1"/>
            </a:gs>
          </a:gsLst>
          <a:lin ang="2700006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8" r:id="rId4"/>
    <p:sldLayoutId id="2147483668" r:id="rId5"/>
    <p:sldLayoutId id="2147483669" r:id="rId6"/>
    <p:sldLayoutId id="2147483670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orient="horz" pos="2900">
          <p15:clr>
            <a:srgbClr val="EA4335"/>
          </p15:clr>
        </p15:guide>
        <p15:guide id="4" pos="5311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A221F8-6E21-9CB5-5C19-30F7E6C0E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1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E62E349-D733-AC27-8BF2-F5CEC8EF6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124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1B550CA-B428-3E15-42C8-C6D546D10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3998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700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5D7B16-9368-A88F-921E-828366CB3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683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C329F58-FFA5-6DAA-91D2-5634B725C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3998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2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56C999-3EA3-93C3-3245-7A4AB876F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249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778051B-1A98-5AB8-1BF9-E4AEE927D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3998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2409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011462-B33A-D92E-1F46-7DB73BC01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3998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365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5FE9D69-7CFC-E6E3-66D2-2DF7DB3DC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3998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083716"/>
      </p:ext>
    </p:extLst>
  </p:cSld>
  <p:clrMapOvr>
    <a:masterClrMapping/>
  </p:clrMapOvr>
</p:sld>
</file>

<file path=ppt/theme/theme1.xml><?xml version="1.0" encoding="utf-8"?>
<a:theme xmlns:a="http://schemas.openxmlformats.org/drawingml/2006/main" name="AI App Pitch Deck by Slidesgo">
  <a:themeElements>
    <a:clrScheme name="Simple Light">
      <a:dk1>
        <a:srgbClr val="FFFFFF"/>
      </a:dk1>
      <a:lt1>
        <a:srgbClr val="0B0218"/>
      </a:lt1>
      <a:dk2>
        <a:srgbClr val="CEABFF"/>
      </a:dk2>
      <a:lt2>
        <a:srgbClr val="8134EC"/>
      </a:lt2>
      <a:accent1>
        <a:srgbClr val="240155"/>
      </a:accent1>
      <a:accent2>
        <a:srgbClr val="9101BE"/>
      </a:accent2>
      <a:accent3>
        <a:srgbClr val="4654F0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0</Words>
  <Application>Microsoft Office PowerPoint</Application>
  <PresentationFormat>On-screen Show (16:9)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Trispace</vt:lpstr>
      <vt:lpstr>Arial</vt:lpstr>
      <vt:lpstr>Maven Pro</vt:lpstr>
      <vt:lpstr>AI App Pitch Deck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Jurjac</dc:creator>
  <cp:lastModifiedBy>George Mondea</cp:lastModifiedBy>
  <cp:revision>5</cp:revision>
  <dcterms:modified xsi:type="dcterms:W3CDTF">2026-03-05T12:55:47Z</dcterms:modified>
</cp:coreProperties>
</file>