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8" r:id="rId3"/>
    <p:sldId id="259" r:id="rId4"/>
    <p:sldId id="263" r:id="rId5"/>
    <p:sldId id="265" r:id="rId6"/>
    <p:sldId id="264" r:id="rId7"/>
    <p:sldId id="297" r:id="rId8"/>
    <p:sldId id="278" r:id="rId9"/>
    <p:sldId id="266" r:id="rId10"/>
  </p:sldIdLst>
  <p:sldSz cx="9144000" cy="5143500" type="screen16x9"/>
  <p:notesSz cx="6858000" cy="9144000"/>
  <p:embeddedFontLst>
    <p:embeddedFont>
      <p:font typeface="Bebas Neue" panose="020B0606020202050201" pitchFamily="34" charset="-18"/>
      <p:regular r:id="rId12"/>
    </p:embeddedFont>
    <p:embeddedFont>
      <p:font typeface="Maven Pro" panose="020B0604020202020204" charset="-18"/>
      <p:regular r:id="rId13"/>
      <p:bold r:id="rId14"/>
    </p:embeddedFont>
    <p:embeddedFont>
      <p:font typeface="PT Sans" panose="020B0503020203020204" pitchFamily="34" charset="-18"/>
      <p:regular r:id="rId15"/>
      <p:bold r:id="rId16"/>
      <p:italic r:id="rId17"/>
      <p:boldItalic r:id="rId18"/>
    </p:embeddedFont>
    <p:embeddedFont>
      <p:font typeface="Roboto Condensed Light" panose="02000000000000000000" pitchFamily="2" charset="0"/>
      <p:regular r:id="rId19"/>
      <p:italic r:id="rId20"/>
    </p:embeddedFont>
    <p:embeddedFont>
      <p:font typeface="Trispace" panose="020B0604020202020204" charset="-18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AF872C-0603-4CED-BAB3-B1E9C2D0CF7D}">
  <a:tblStyle styleId="{77AF872C-0603-4CED-BAB3-B1E9C2D0C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F35F04-3FB7-4002-A2F7-5F08EEC638B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5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cc98d9fb70_8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cc98d9fb70_8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3e6b3ce6a0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3e6b3ce6a0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C6EDC123-FD35-1B06-D5D3-7F094F17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bd6c00e730_0_122:notes">
            <a:extLst>
              <a:ext uri="{FF2B5EF4-FFF2-40B4-BE49-F238E27FC236}">
                <a16:creationId xmlns:a16="http://schemas.microsoft.com/office/drawing/2014/main" id="{8ACC80D7-F581-9B32-105B-0CA49EBE8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bd6c00e730_0_122:notes">
            <a:extLst>
              <a:ext uri="{FF2B5EF4-FFF2-40B4-BE49-F238E27FC236}">
                <a16:creationId xmlns:a16="http://schemas.microsoft.com/office/drawing/2014/main" id="{3CA58EE9-BD76-CA60-A203-9285F25FA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892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d6fc454c64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d6fc454c64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bd6c00e73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bd6c00e73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4523725" y="3162601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 rot="-10492926">
            <a:off x="-1867197" y="3324908"/>
            <a:ext cx="3817099" cy="3985333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30" name="Google Shape;30;p4"/>
            <p:cNvSpPr/>
            <p:nvPr/>
          </p:nvSpPr>
          <p:spPr>
            <a:xfrm>
              <a:off x="59978" y="42194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54470" y="34743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338511" y="29671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38511" y="3830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7450103" y="2640103"/>
            <a:ext cx="1597872" cy="2451290"/>
            <a:chOff x="7450103" y="2640103"/>
            <a:chExt cx="1597872" cy="2451290"/>
          </a:xfrm>
        </p:grpSpPr>
        <p:sp>
          <p:nvSpPr>
            <p:cNvPr id="35" name="Google Shape;35;p4"/>
            <p:cNvSpPr/>
            <p:nvPr/>
          </p:nvSpPr>
          <p:spPr>
            <a:xfrm>
              <a:off x="7450103" y="4431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430905" y="42535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478061" y="26401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478061" y="37598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79205" y="33075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7"/>
          <p:cNvSpPr txBox="1">
            <a:spLocks noGrp="1"/>
          </p:cNvSpPr>
          <p:nvPr>
            <p:ph type="body" idx="1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1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112" name="Google Shape;112;p11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116" name="Google Shape;116;p11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11"/>
          <p:cNvSpPr txBox="1">
            <a:spLocks noGrp="1"/>
          </p:cNvSpPr>
          <p:nvPr>
            <p:ph type="title" hasCustomPrompt="1"/>
          </p:nvPr>
        </p:nvSpPr>
        <p:spPr>
          <a:xfrm>
            <a:off x="1373900" y="2994097"/>
            <a:ext cx="63966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>
            <a:spLocks noGrp="1"/>
          </p:cNvSpPr>
          <p:nvPr>
            <p:ph type="subTitle" idx="1"/>
          </p:nvPr>
        </p:nvSpPr>
        <p:spPr>
          <a:xfrm>
            <a:off x="3180375" y="3972588"/>
            <a:ext cx="27837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2" hasCustomPrompt="1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3" hasCustomPrompt="1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4" hasCustomPrompt="1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5" hasCustomPrompt="1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1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6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7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8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rot="4372063" flipH="1">
            <a:off x="-3257636" y="1228893"/>
            <a:ext cx="6095914" cy="349134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6"/>
          <p:cNvSpPr txBox="1">
            <a:spLocks noGrp="1"/>
          </p:cNvSpPr>
          <p:nvPr>
            <p:ph type="subTitle" idx="1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6"/>
          <p:cNvSpPr txBox="1">
            <a:spLocks noGrp="1"/>
          </p:cNvSpPr>
          <p:nvPr>
            <p:ph type="subTitle" idx="2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subTitle" idx="3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subTitle" idx="4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subTitle" idx="5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subTitle" idx="6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subTitle" idx="7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ubTitle" idx="8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03" name="Google Shape;203;p17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07" name="Google Shape;207;p17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17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7"/>
          <p:cNvSpPr txBox="1">
            <a:spLocks noGrp="1"/>
          </p:cNvSpPr>
          <p:nvPr>
            <p:ph type="subTitle" idx="1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7"/>
          <p:cNvSpPr txBox="1">
            <a:spLocks noGrp="1"/>
          </p:cNvSpPr>
          <p:nvPr>
            <p:ph type="subTitle" idx="2"/>
          </p:nvPr>
        </p:nvSpPr>
        <p:spPr>
          <a:xfrm>
            <a:off x="3494193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7"/>
          <p:cNvSpPr txBox="1">
            <a:spLocks noGrp="1"/>
          </p:cNvSpPr>
          <p:nvPr>
            <p:ph type="subTitle" idx="3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subTitle" idx="4"/>
          </p:nvPr>
        </p:nvSpPr>
        <p:spPr>
          <a:xfrm>
            <a:off x="3494250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subTitle" idx="5"/>
          </p:nvPr>
        </p:nvSpPr>
        <p:spPr>
          <a:xfrm>
            <a:off x="6153328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7"/>
          <p:cNvSpPr txBox="1">
            <a:spLocks noGrp="1"/>
          </p:cNvSpPr>
          <p:nvPr>
            <p:ph type="subTitle" idx="6"/>
          </p:nvPr>
        </p:nvSpPr>
        <p:spPr>
          <a:xfrm>
            <a:off x="6153449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7"/>
          <p:cNvSpPr txBox="1">
            <a:spLocks noGrp="1"/>
          </p:cNvSpPr>
          <p:nvPr>
            <p:ph type="subTitle" idx="7"/>
          </p:nvPr>
        </p:nvSpPr>
        <p:spPr>
          <a:xfrm>
            <a:off x="3494172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18" name="Google Shape;218;p17"/>
          <p:cNvSpPr txBox="1">
            <a:spLocks noGrp="1"/>
          </p:cNvSpPr>
          <p:nvPr>
            <p:ph type="subTitle" idx="8"/>
          </p:nvPr>
        </p:nvSpPr>
        <p:spPr>
          <a:xfrm>
            <a:off x="3494172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subTitle" idx="9"/>
          </p:nvPr>
        </p:nvSpPr>
        <p:spPr>
          <a:xfrm>
            <a:off x="6153497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subTitle" idx="13"/>
          </p:nvPr>
        </p:nvSpPr>
        <p:spPr>
          <a:xfrm>
            <a:off x="6153497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1" name="Google Shape;221;p17"/>
          <p:cNvSpPr txBox="1">
            <a:spLocks noGrp="1"/>
          </p:cNvSpPr>
          <p:nvPr>
            <p:ph type="subTitle" idx="14"/>
          </p:nvPr>
        </p:nvSpPr>
        <p:spPr>
          <a:xfrm>
            <a:off x="835000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2" name="Google Shape;222;p17"/>
          <p:cNvSpPr txBox="1">
            <a:spLocks noGrp="1"/>
          </p:cNvSpPr>
          <p:nvPr>
            <p:ph type="subTitle" idx="15"/>
          </p:nvPr>
        </p:nvSpPr>
        <p:spPr>
          <a:xfrm>
            <a:off x="835000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8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27" name="Google Shape;227;p18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8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232" name="Google Shape;232;p18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" name="Google Shape;235;p18"/>
          <p:cNvSpPr txBox="1">
            <a:spLocks noGrp="1"/>
          </p:cNvSpPr>
          <p:nvPr>
            <p:ph type="title" hasCustomPrompt="1"/>
          </p:nvPr>
        </p:nvSpPr>
        <p:spPr>
          <a:xfrm>
            <a:off x="2437775" y="704675"/>
            <a:ext cx="4268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1"/>
          </p:nvPr>
        </p:nvSpPr>
        <p:spPr>
          <a:xfrm>
            <a:off x="2437775" y="1350176"/>
            <a:ext cx="4268400" cy="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 idx="2" hasCustomPrompt="1"/>
          </p:nvPr>
        </p:nvSpPr>
        <p:spPr>
          <a:xfrm>
            <a:off x="2437775" y="2015963"/>
            <a:ext cx="4268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" name="Google Shape;238;p18"/>
          <p:cNvSpPr txBox="1">
            <a:spLocks noGrp="1"/>
          </p:cNvSpPr>
          <p:nvPr>
            <p:ph type="subTitle" idx="3"/>
          </p:nvPr>
        </p:nvSpPr>
        <p:spPr>
          <a:xfrm>
            <a:off x="2437775" y="2660650"/>
            <a:ext cx="4268400" cy="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9" name="Google Shape;239;p18"/>
          <p:cNvSpPr txBox="1">
            <a:spLocks noGrp="1"/>
          </p:cNvSpPr>
          <p:nvPr>
            <p:ph type="title" idx="4" hasCustomPrompt="1"/>
          </p:nvPr>
        </p:nvSpPr>
        <p:spPr>
          <a:xfrm>
            <a:off x="2437775" y="3327300"/>
            <a:ext cx="4268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0" name="Google Shape;240;p18"/>
          <p:cNvSpPr txBox="1">
            <a:spLocks noGrp="1"/>
          </p:cNvSpPr>
          <p:nvPr>
            <p:ph type="subTitle" idx="5"/>
          </p:nvPr>
        </p:nvSpPr>
        <p:spPr>
          <a:xfrm>
            <a:off x="2437775" y="3971075"/>
            <a:ext cx="4268400" cy="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2" r:id="rId10"/>
    <p:sldLayoutId id="2147483663" r:id="rId11"/>
    <p:sldLayoutId id="2147483664" r:id="rId12"/>
    <p:sldLayoutId id="2147483668" r:id="rId13"/>
    <p:sldLayoutId id="2147483669" r:id="rId14"/>
    <p:sldLayoutId id="2147483670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9"/>
          <p:cNvGrpSpPr/>
          <p:nvPr/>
        </p:nvGrpSpPr>
        <p:grpSpPr>
          <a:xfrm>
            <a:off x="4996653" y="-305023"/>
            <a:ext cx="4646311" cy="5754710"/>
            <a:chOff x="4996653" y="-305023"/>
            <a:chExt cx="4646311" cy="5754710"/>
          </a:xfrm>
        </p:grpSpPr>
        <p:grpSp>
          <p:nvGrpSpPr>
            <p:cNvPr id="322" name="Google Shape;322;p29"/>
            <p:cNvGrpSpPr/>
            <p:nvPr/>
          </p:nvGrpSpPr>
          <p:grpSpPr>
            <a:xfrm>
              <a:off x="4996653" y="-305023"/>
              <a:ext cx="4646311" cy="5754710"/>
              <a:chOff x="4538025" y="-782873"/>
              <a:chExt cx="5023039" cy="6221308"/>
            </a:xfrm>
          </p:grpSpPr>
          <p:grpSp>
            <p:nvGrpSpPr>
              <p:cNvPr id="323" name="Google Shape;323;p29"/>
              <p:cNvGrpSpPr/>
              <p:nvPr/>
            </p:nvGrpSpPr>
            <p:grpSpPr>
              <a:xfrm>
                <a:off x="4538025" y="182501"/>
                <a:ext cx="4013995" cy="5255934"/>
                <a:chOff x="4814250" y="182501"/>
                <a:chExt cx="4013995" cy="5255934"/>
              </a:xfrm>
            </p:grpSpPr>
            <p:grpSp>
              <p:nvGrpSpPr>
                <p:cNvPr id="324" name="Google Shape;324;p29"/>
                <p:cNvGrpSpPr/>
                <p:nvPr/>
              </p:nvGrpSpPr>
              <p:grpSpPr>
                <a:xfrm>
                  <a:off x="5653380" y="891630"/>
                  <a:ext cx="3084513" cy="4546804"/>
                  <a:chOff x="2578080" y="1561820"/>
                  <a:chExt cx="1345832" cy="1983858"/>
                </a:xfrm>
              </p:grpSpPr>
              <p:sp>
                <p:nvSpPr>
                  <p:cNvPr id="325" name="Google Shape;325;p29"/>
                  <p:cNvSpPr/>
                  <p:nvPr/>
                </p:nvSpPr>
                <p:spPr>
                  <a:xfrm>
                    <a:off x="2578080" y="2824581"/>
                    <a:ext cx="931084" cy="136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78" h="207" extrusionOk="0">
                        <a:moveTo>
                          <a:pt x="98" y="1"/>
                        </a:moveTo>
                        <a:cubicBezTo>
                          <a:pt x="45" y="1"/>
                          <a:pt x="0" y="46"/>
                          <a:pt x="0" y="108"/>
                        </a:cubicBezTo>
                        <a:cubicBezTo>
                          <a:pt x="0" y="161"/>
                          <a:pt x="45" y="206"/>
                          <a:pt x="98" y="206"/>
                        </a:cubicBezTo>
                        <a:lnTo>
                          <a:pt x="13970" y="206"/>
                        </a:lnTo>
                        <a:cubicBezTo>
                          <a:pt x="14024" y="206"/>
                          <a:pt x="14077" y="161"/>
                          <a:pt x="14077" y="108"/>
                        </a:cubicBezTo>
                        <a:cubicBezTo>
                          <a:pt x="14077" y="46"/>
                          <a:pt x="14024" y="1"/>
                          <a:pt x="1397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GB" noProof="0" dirty="0"/>
                  </a:p>
                </p:txBody>
              </p:sp>
              <p:sp>
                <p:nvSpPr>
                  <p:cNvPr id="326" name="Google Shape;326;p29"/>
                  <p:cNvSpPr/>
                  <p:nvPr/>
                </p:nvSpPr>
                <p:spPr>
                  <a:xfrm>
                    <a:off x="2594549" y="2805137"/>
                    <a:ext cx="1329364" cy="7405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00" h="11197" extrusionOk="0">
                        <a:moveTo>
                          <a:pt x="5791" y="63"/>
                        </a:moveTo>
                        <a:cubicBezTo>
                          <a:pt x="5398" y="170"/>
                          <a:pt x="5023" y="438"/>
                          <a:pt x="4907" y="830"/>
                        </a:cubicBezTo>
                        <a:lnTo>
                          <a:pt x="4907" y="830"/>
                        </a:lnTo>
                        <a:cubicBezTo>
                          <a:pt x="4319" y="687"/>
                          <a:pt x="3730" y="625"/>
                          <a:pt x="3132" y="580"/>
                        </a:cubicBezTo>
                        <a:lnTo>
                          <a:pt x="3132" y="580"/>
                        </a:lnTo>
                        <a:cubicBezTo>
                          <a:pt x="2971" y="563"/>
                          <a:pt x="2811" y="554"/>
                          <a:pt x="2650" y="563"/>
                        </a:cubicBezTo>
                        <a:lnTo>
                          <a:pt x="2650" y="563"/>
                        </a:lnTo>
                        <a:cubicBezTo>
                          <a:pt x="2490" y="563"/>
                          <a:pt x="2329" y="580"/>
                          <a:pt x="2169" y="580"/>
                        </a:cubicBezTo>
                        <a:lnTo>
                          <a:pt x="2169" y="580"/>
                        </a:lnTo>
                        <a:cubicBezTo>
                          <a:pt x="1901" y="589"/>
                          <a:pt x="1633" y="563"/>
                          <a:pt x="1366" y="536"/>
                        </a:cubicBezTo>
                        <a:lnTo>
                          <a:pt x="1366" y="536"/>
                        </a:lnTo>
                        <a:cubicBezTo>
                          <a:pt x="1053" y="500"/>
                          <a:pt x="697" y="563"/>
                          <a:pt x="411" y="687"/>
                        </a:cubicBezTo>
                        <a:lnTo>
                          <a:pt x="411" y="687"/>
                        </a:lnTo>
                        <a:cubicBezTo>
                          <a:pt x="286" y="741"/>
                          <a:pt x="161" y="830"/>
                          <a:pt x="90" y="946"/>
                        </a:cubicBezTo>
                        <a:lnTo>
                          <a:pt x="90" y="946"/>
                        </a:lnTo>
                        <a:cubicBezTo>
                          <a:pt x="19" y="1062"/>
                          <a:pt x="1" y="1214"/>
                          <a:pt x="63" y="1339"/>
                        </a:cubicBezTo>
                        <a:lnTo>
                          <a:pt x="63" y="1339"/>
                        </a:lnTo>
                        <a:cubicBezTo>
                          <a:pt x="108" y="1428"/>
                          <a:pt x="197" y="1499"/>
                          <a:pt x="295" y="1535"/>
                        </a:cubicBezTo>
                        <a:lnTo>
                          <a:pt x="295" y="1535"/>
                        </a:lnTo>
                        <a:cubicBezTo>
                          <a:pt x="474" y="1606"/>
                          <a:pt x="652" y="1588"/>
                          <a:pt x="830" y="1562"/>
                        </a:cubicBezTo>
                        <a:lnTo>
                          <a:pt x="830" y="1562"/>
                        </a:lnTo>
                        <a:cubicBezTo>
                          <a:pt x="964" y="1553"/>
                          <a:pt x="1098" y="1535"/>
                          <a:pt x="1241" y="1562"/>
                        </a:cubicBezTo>
                        <a:lnTo>
                          <a:pt x="1241" y="1562"/>
                        </a:lnTo>
                        <a:cubicBezTo>
                          <a:pt x="1366" y="1580"/>
                          <a:pt x="1482" y="1633"/>
                          <a:pt x="1607" y="1651"/>
                        </a:cubicBezTo>
                        <a:lnTo>
                          <a:pt x="1607" y="1651"/>
                        </a:lnTo>
                        <a:cubicBezTo>
                          <a:pt x="1687" y="1660"/>
                          <a:pt x="1767" y="1651"/>
                          <a:pt x="1856" y="1642"/>
                        </a:cubicBezTo>
                        <a:lnTo>
                          <a:pt x="1856" y="1642"/>
                        </a:lnTo>
                        <a:cubicBezTo>
                          <a:pt x="1937" y="1633"/>
                          <a:pt x="2026" y="1624"/>
                          <a:pt x="2106" y="1633"/>
                        </a:cubicBezTo>
                        <a:lnTo>
                          <a:pt x="2106" y="1633"/>
                        </a:lnTo>
                        <a:cubicBezTo>
                          <a:pt x="2222" y="1642"/>
                          <a:pt x="2320" y="1687"/>
                          <a:pt x="2427" y="1731"/>
                        </a:cubicBezTo>
                        <a:lnTo>
                          <a:pt x="2427" y="1731"/>
                        </a:lnTo>
                        <a:cubicBezTo>
                          <a:pt x="2713" y="1847"/>
                          <a:pt x="3016" y="1927"/>
                          <a:pt x="3319" y="1972"/>
                        </a:cubicBezTo>
                        <a:lnTo>
                          <a:pt x="3319" y="1972"/>
                        </a:lnTo>
                        <a:cubicBezTo>
                          <a:pt x="4087" y="2097"/>
                          <a:pt x="4800" y="2418"/>
                          <a:pt x="5469" y="2802"/>
                        </a:cubicBezTo>
                        <a:lnTo>
                          <a:pt x="5469" y="2802"/>
                        </a:lnTo>
                        <a:cubicBezTo>
                          <a:pt x="5782" y="2980"/>
                          <a:pt x="6076" y="3194"/>
                          <a:pt x="6379" y="3382"/>
                        </a:cubicBezTo>
                        <a:lnTo>
                          <a:pt x="6379" y="3382"/>
                        </a:lnTo>
                        <a:cubicBezTo>
                          <a:pt x="6692" y="3578"/>
                          <a:pt x="7048" y="3685"/>
                          <a:pt x="7387" y="3783"/>
                        </a:cubicBezTo>
                        <a:lnTo>
                          <a:pt x="7387" y="3783"/>
                        </a:lnTo>
                        <a:cubicBezTo>
                          <a:pt x="7753" y="3890"/>
                          <a:pt x="8119" y="3988"/>
                          <a:pt x="8494" y="4042"/>
                        </a:cubicBezTo>
                        <a:lnTo>
                          <a:pt x="8494" y="4042"/>
                        </a:lnTo>
                        <a:cubicBezTo>
                          <a:pt x="8868" y="4104"/>
                          <a:pt x="9243" y="4095"/>
                          <a:pt x="9618" y="4140"/>
                        </a:cubicBezTo>
                        <a:lnTo>
                          <a:pt x="9618" y="4140"/>
                        </a:lnTo>
                        <a:cubicBezTo>
                          <a:pt x="10394" y="4238"/>
                          <a:pt x="11161" y="4399"/>
                          <a:pt x="11901" y="4622"/>
                        </a:cubicBezTo>
                        <a:lnTo>
                          <a:pt x="11901" y="4622"/>
                        </a:lnTo>
                        <a:cubicBezTo>
                          <a:pt x="12223" y="4720"/>
                          <a:pt x="12535" y="4854"/>
                          <a:pt x="12767" y="5094"/>
                        </a:cubicBezTo>
                        <a:lnTo>
                          <a:pt x="12767" y="5094"/>
                        </a:lnTo>
                        <a:cubicBezTo>
                          <a:pt x="13097" y="5451"/>
                          <a:pt x="13320" y="5915"/>
                          <a:pt x="13570" y="6334"/>
                        </a:cubicBezTo>
                        <a:lnTo>
                          <a:pt x="13570" y="6334"/>
                        </a:lnTo>
                        <a:cubicBezTo>
                          <a:pt x="13855" y="6807"/>
                          <a:pt x="14141" y="7289"/>
                          <a:pt x="14417" y="7771"/>
                        </a:cubicBezTo>
                        <a:lnTo>
                          <a:pt x="14417" y="7771"/>
                        </a:lnTo>
                        <a:cubicBezTo>
                          <a:pt x="15051" y="8904"/>
                          <a:pt x="15648" y="10046"/>
                          <a:pt x="16246" y="11196"/>
                        </a:cubicBezTo>
                        <a:lnTo>
                          <a:pt x="16246" y="11196"/>
                        </a:lnTo>
                        <a:lnTo>
                          <a:pt x="20037" y="11196"/>
                        </a:lnTo>
                        <a:lnTo>
                          <a:pt x="20100" y="9368"/>
                        </a:lnTo>
                        <a:cubicBezTo>
                          <a:pt x="19404" y="8636"/>
                          <a:pt x="18717" y="7887"/>
                          <a:pt x="18048" y="7128"/>
                        </a:cubicBezTo>
                        <a:lnTo>
                          <a:pt x="18048" y="7128"/>
                        </a:lnTo>
                        <a:cubicBezTo>
                          <a:pt x="17914" y="6968"/>
                          <a:pt x="17780" y="6816"/>
                          <a:pt x="17647" y="6665"/>
                        </a:cubicBezTo>
                        <a:lnTo>
                          <a:pt x="17647" y="6665"/>
                        </a:lnTo>
                        <a:cubicBezTo>
                          <a:pt x="17459" y="6450"/>
                          <a:pt x="17272" y="6236"/>
                          <a:pt x="17085" y="6022"/>
                        </a:cubicBezTo>
                        <a:lnTo>
                          <a:pt x="17085" y="6022"/>
                        </a:lnTo>
                        <a:cubicBezTo>
                          <a:pt x="16870" y="5772"/>
                          <a:pt x="16647" y="5523"/>
                          <a:pt x="16442" y="5264"/>
                        </a:cubicBezTo>
                        <a:lnTo>
                          <a:pt x="16442" y="5264"/>
                        </a:lnTo>
                        <a:cubicBezTo>
                          <a:pt x="15818" y="4443"/>
                          <a:pt x="15336" y="3524"/>
                          <a:pt x="14908" y="2588"/>
                        </a:cubicBezTo>
                        <a:lnTo>
                          <a:pt x="14908" y="2588"/>
                        </a:lnTo>
                        <a:cubicBezTo>
                          <a:pt x="14489" y="1651"/>
                          <a:pt x="13659" y="902"/>
                          <a:pt x="12695" y="563"/>
                        </a:cubicBezTo>
                        <a:lnTo>
                          <a:pt x="12695" y="563"/>
                        </a:lnTo>
                        <a:cubicBezTo>
                          <a:pt x="12196" y="393"/>
                          <a:pt x="11661" y="331"/>
                          <a:pt x="11143" y="393"/>
                        </a:cubicBezTo>
                        <a:lnTo>
                          <a:pt x="11143" y="393"/>
                        </a:lnTo>
                        <a:cubicBezTo>
                          <a:pt x="10501" y="482"/>
                          <a:pt x="9975" y="670"/>
                          <a:pt x="9314" y="527"/>
                        </a:cubicBezTo>
                        <a:lnTo>
                          <a:pt x="9314" y="527"/>
                        </a:lnTo>
                        <a:cubicBezTo>
                          <a:pt x="8538" y="366"/>
                          <a:pt x="7780" y="170"/>
                          <a:pt x="6995" y="63"/>
                        </a:cubicBezTo>
                        <a:lnTo>
                          <a:pt x="6995" y="63"/>
                        </a:lnTo>
                        <a:cubicBezTo>
                          <a:pt x="6772" y="27"/>
                          <a:pt x="6549" y="1"/>
                          <a:pt x="6326" y="1"/>
                        </a:cubicBezTo>
                        <a:lnTo>
                          <a:pt x="6326" y="1"/>
                        </a:lnTo>
                        <a:cubicBezTo>
                          <a:pt x="6138" y="1"/>
                          <a:pt x="5960" y="18"/>
                          <a:pt x="5791" y="6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GB" noProof="0" dirty="0"/>
                  </a:p>
                </p:txBody>
              </p:sp>
              <p:grpSp>
                <p:nvGrpSpPr>
                  <p:cNvPr id="327" name="Google Shape;327;p29"/>
                  <p:cNvGrpSpPr/>
                  <p:nvPr/>
                </p:nvGrpSpPr>
                <p:grpSpPr>
                  <a:xfrm>
                    <a:off x="2587210" y="1561820"/>
                    <a:ext cx="912848" cy="926858"/>
                    <a:chOff x="2750971" y="1431167"/>
                    <a:chExt cx="602778" cy="612030"/>
                  </a:xfrm>
                </p:grpSpPr>
                <p:sp>
                  <p:nvSpPr>
                    <p:cNvPr id="328" name="Google Shape;328;p29"/>
                    <p:cNvSpPr/>
                    <p:nvPr/>
                  </p:nvSpPr>
                  <p:spPr>
                    <a:xfrm>
                      <a:off x="2976492" y="1662572"/>
                      <a:ext cx="151741" cy="1483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85" h="2722" extrusionOk="0">
                          <a:moveTo>
                            <a:pt x="786" y="0"/>
                          </a:moveTo>
                          <a:cubicBezTo>
                            <a:pt x="349" y="0"/>
                            <a:pt x="1" y="357"/>
                            <a:pt x="1" y="794"/>
                          </a:cubicBezTo>
                          <a:lnTo>
                            <a:pt x="1" y="1927"/>
                          </a:lnTo>
                          <a:cubicBezTo>
                            <a:pt x="1" y="2364"/>
                            <a:pt x="349" y="2721"/>
                            <a:pt x="786" y="2721"/>
                          </a:cubicBezTo>
                          <a:lnTo>
                            <a:pt x="1999" y="2721"/>
                          </a:lnTo>
                          <a:cubicBezTo>
                            <a:pt x="2436" y="2721"/>
                            <a:pt x="2784" y="2364"/>
                            <a:pt x="2784" y="1927"/>
                          </a:cubicBezTo>
                          <a:lnTo>
                            <a:pt x="2784" y="794"/>
                          </a:lnTo>
                          <a:cubicBezTo>
                            <a:pt x="2784" y="357"/>
                            <a:pt x="2436" y="0"/>
                            <a:pt x="1999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29" name="Google Shape;329;p29"/>
                    <p:cNvSpPr/>
                    <p:nvPr/>
                  </p:nvSpPr>
                  <p:spPr>
                    <a:xfrm>
                      <a:off x="2998395" y="1683931"/>
                      <a:ext cx="107935" cy="1055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81" h="1937" extrusionOk="0">
                          <a:moveTo>
                            <a:pt x="562" y="1"/>
                          </a:moveTo>
                          <a:cubicBezTo>
                            <a:pt x="250" y="1"/>
                            <a:pt x="0" y="259"/>
                            <a:pt x="0" y="563"/>
                          </a:cubicBezTo>
                          <a:lnTo>
                            <a:pt x="0" y="1375"/>
                          </a:lnTo>
                          <a:cubicBezTo>
                            <a:pt x="0" y="1687"/>
                            <a:pt x="250" y="1937"/>
                            <a:pt x="562" y="1937"/>
                          </a:cubicBezTo>
                          <a:lnTo>
                            <a:pt x="1419" y="1937"/>
                          </a:lnTo>
                          <a:cubicBezTo>
                            <a:pt x="1731" y="1937"/>
                            <a:pt x="1981" y="1687"/>
                            <a:pt x="1981" y="1375"/>
                          </a:cubicBezTo>
                          <a:lnTo>
                            <a:pt x="1981" y="563"/>
                          </a:lnTo>
                          <a:cubicBezTo>
                            <a:pt x="1981" y="259"/>
                            <a:pt x="1731" y="1"/>
                            <a:pt x="141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30" name="Google Shape;330;p29"/>
                    <p:cNvSpPr/>
                    <p:nvPr/>
                  </p:nvSpPr>
                  <p:spPr>
                    <a:xfrm>
                      <a:off x="3128183" y="1772417"/>
                      <a:ext cx="133216" cy="111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5" h="2053" extrusionOk="0">
                          <a:moveTo>
                            <a:pt x="0" y="0"/>
                          </a:moveTo>
                          <a:lnTo>
                            <a:pt x="0" y="18"/>
                          </a:lnTo>
                          <a:lnTo>
                            <a:pt x="928" y="18"/>
                          </a:lnTo>
                          <a:lnTo>
                            <a:pt x="2427" y="1499"/>
                          </a:lnTo>
                          <a:lnTo>
                            <a:pt x="2427" y="2052"/>
                          </a:lnTo>
                          <a:lnTo>
                            <a:pt x="2445" y="2052"/>
                          </a:lnTo>
                          <a:lnTo>
                            <a:pt x="2445" y="1490"/>
                          </a:lnTo>
                          <a:lnTo>
                            <a:pt x="937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31" name="Google Shape;331;p29"/>
                    <p:cNvSpPr/>
                    <p:nvPr/>
                  </p:nvSpPr>
                  <p:spPr>
                    <a:xfrm>
                      <a:off x="3108731" y="1823743"/>
                      <a:ext cx="45713" cy="937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" h="1721" extrusionOk="0">
                          <a:moveTo>
                            <a:pt x="61" y="1"/>
                          </a:moveTo>
                          <a:cubicBezTo>
                            <a:pt x="41" y="1"/>
                            <a:pt x="23" y="11"/>
                            <a:pt x="9" y="31"/>
                          </a:cubicBezTo>
                          <a:cubicBezTo>
                            <a:pt x="0" y="58"/>
                            <a:pt x="9" y="84"/>
                            <a:pt x="36" y="102"/>
                          </a:cubicBezTo>
                          <a:lnTo>
                            <a:pt x="54" y="102"/>
                          </a:lnTo>
                          <a:lnTo>
                            <a:pt x="54" y="218"/>
                          </a:lnTo>
                          <a:lnTo>
                            <a:pt x="768" y="932"/>
                          </a:lnTo>
                          <a:lnTo>
                            <a:pt x="768" y="1610"/>
                          </a:lnTo>
                          <a:cubicBezTo>
                            <a:pt x="750" y="1619"/>
                            <a:pt x="741" y="1628"/>
                            <a:pt x="732" y="1637"/>
                          </a:cubicBezTo>
                          <a:cubicBezTo>
                            <a:pt x="714" y="1663"/>
                            <a:pt x="732" y="1699"/>
                            <a:pt x="759" y="1717"/>
                          </a:cubicBezTo>
                          <a:cubicBezTo>
                            <a:pt x="765" y="1719"/>
                            <a:pt x="772" y="1720"/>
                            <a:pt x="779" y="1720"/>
                          </a:cubicBezTo>
                          <a:cubicBezTo>
                            <a:pt x="798" y="1720"/>
                            <a:pt x="817" y="1710"/>
                            <a:pt x="830" y="1690"/>
                          </a:cubicBezTo>
                          <a:cubicBezTo>
                            <a:pt x="839" y="1663"/>
                            <a:pt x="830" y="1628"/>
                            <a:pt x="803" y="1619"/>
                          </a:cubicBezTo>
                          <a:cubicBezTo>
                            <a:pt x="794" y="1619"/>
                            <a:pt x="794" y="1610"/>
                            <a:pt x="785" y="1610"/>
                          </a:cubicBezTo>
                          <a:lnTo>
                            <a:pt x="785" y="923"/>
                          </a:lnTo>
                          <a:lnTo>
                            <a:pt x="72" y="209"/>
                          </a:lnTo>
                          <a:lnTo>
                            <a:pt x="72" y="102"/>
                          </a:lnTo>
                          <a:cubicBezTo>
                            <a:pt x="81" y="102"/>
                            <a:pt x="99" y="93"/>
                            <a:pt x="107" y="75"/>
                          </a:cubicBezTo>
                          <a:cubicBezTo>
                            <a:pt x="125" y="49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1"/>
                            <a:pt x="61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32" name="Google Shape;332;p29"/>
                    <p:cNvSpPr/>
                    <p:nvPr/>
                  </p:nvSpPr>
                  <p:spPr>
                    <a:xfrm>
                      <a:off x="3168503" y="1553163"/>
                      <a:ext cx="74427" cy="685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66" h="1259" extrusionOk="0">
                          <a:moveTo>
                            <a:pt x="90" y="1"/>
                          </a:moveTo>
                          <a:cubicBezTo>
                            <a:pt x="45" y="1"/>
                            <a:pt x="1" y="37"/>
                            <a:pt x="1" y="90"/>
                          </a:cubicBezTo>
                          <a:cubicBezTo>
                            <a:pt x="1" y="135"/>
                            <a:pt x="36" y="170"/>
                            <a:pt x="81" y="170"/>
                          </a:cubicBezTo>
                          <a:lnTo>
                            <a:pt x="81" y="536"/>
                          </a:lnTo>
                          <a:lnTo>
                            <a:pt x="768" y="1214"/>
                          </a:lnTo>
                          <a:lnTo>
                            <a:pt x="1259" y="1214"/>
                          </a:lnTo>
                          <a:cubicBezTo>
                            <a:pt x="1259" y="1241"/>
                            <a:pt x="1285" y="1259"/>
                            <a:pt x="1312" y="1259"/>
                          </a:cubicBezTo>
                          <a:cubicBezTo>
                            <a:pt x="1339" y="1259"/>
                            <a:pt x="1366" y="1241"/>
                            <a:pt x="1366" y="1205"/>
                          </a:cubicBezTo>
                          <a:cubicBezTo>
                            <a:pt x="1366" y="1179"/>
                            <a:pt x="1339" y="1152"/>
                            <a:pt x="1312" y="1152"/>
                          </a:cubicBezTo>
                          <a:cubicBezTo>
                            <a:pt x="1285" y="1152"/>
                            <a:pt x="1259" y="1179"/>
                            <a:pt x="1259" y="1196"/>
                          </a:cubicBezTo>
                          <a:lnTo>
                            <a:pt x="777" y="1196"/>
                          </a:lnTo>
                          <a:lnTo>
                            <a:pt x="99" y="527"/>
                          </a:lnTo>
                          <a:lnTo>
                            <a:pt x="99" y="170"/>
                          </a:lnTo>
                          <a:cubicBezTo>
                            <a:pt x="143" y="170"/>
                            <a:pt x="179" y="135"/>
                            <a:pt x="179" y="90"/>
                          </a:cubicBezTo>
                          <a:cubicBezTo>
                            <a:pt x="179" y="37"/>
                            <a:pt x="134" y="1"/>
                            <a:pt x="90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33" name="Google Shape;333;p29"/>
                    <p:cNvSpPr/>
                    <p:nvPr/>
                  </p:nvSpPr>
                  <p:spPr>
                    <a:xfrm>
                      <a:off x="3191333" y="1572124"/>
                      <a:ext cx="49145" cy="331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2" h="608" extrusionOk="0">
                          <a:moveTo>
                            <a:pt x="54" y="1"/>
                          </a:moveTo>
                          <a:cubicBezTo>
                            <a:pt x="28" y="1"/>
                            <a:pt x="1" y="19"/>
                            <a:pt x="1" y="54"/>
                          </a:cubicBezTo>
                          <a:cubicBezTo>
                            <a:pt x="1" y="81"/>
                            <a:pt x="28" y="108"/>
                            <a:pt x="54" y="108"/>
                          </a:cubicBezTo>
                          <a:cubicBezTo>
                            <a:pt x="72" y="108"/>
                            <a:pt x="81" y="99"/>
                            <a:pt x="90" y="90"/>
                          </a:cubicBezTo>
                          <a:lnTo>
                            <a:pt x="554" y="563"/>
                          </a:lnTo>
                          <a:lnTo>
                            <a:pt x="804" y="563"/>
                          </a:lnTo>
                          <a:cubicBezTo>
                            <a:pt x="804" y="590"/>
                            <a:pt x="822" y="608"/>
                            <a:pt x="848" y="608"/>
                          </a:cubicBezTo>
                          <a:cubicBezTo>
                            <a:pt x="884" y="608"/>
                            <a:pt x="902" y="590"/>
                            <a:pt x="902" y="554"/>
                          </a:cubicBezTo>
                          <a:cubicBezTo>
                            <a:pt x="902" y="527"/>
                            <a:pt x="884" y="500"/>
                            <a:pt x="848" y="500"/>
                          </a:cubicBezTo>
                          <a:cubicBezTo>
                            <a:pt x="822" y="500"/>
                            <a:pt x="804" y="527"/>
                            <a:pt x="804" y="545"/>
                          </a:cubicBezTo>
                          <a:lnTo>
                            <a:pt x="563" y="545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19"/>
                            <a:pt x="90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34" name="Google Shape;334;p29"/>
                    <p:cNvSpPr/>
                    <p:nvPr/>
                  </p:nvSpPr>
                  <p:spPr>
                    <a:xfrm>
                      <a:off x="3115542" y="1585746"/>
                      <a:ext cx="46203" cy="1040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8" h="1910" extrusionOk="0">
                          <a:moveTo>
                            <a:pt x="54" y="1"/>
                          </a:moveTo>
                          <a:cubicBezTo>
                            <a:pt x="27" y="1"/>
                            <a:pt x="0" y="27"/>
                            <a:pt x="0" y="54"/>
                          </a:cubicBezTo>
                          <a:cubicBezTo>
                            <a:pt x="0" y="81"/>
                            <a:pt x="27" y="108"/>
                            <a:pt x="54" y="108"/>
                          </a:cubicBezTo>
                          <a:cubicBezTo>
                            <a:pt x="63" y="108"/>
                            <a:pt x="72" y="108"/>
                            <a:pt x="81" y="99"/>
                          </a:cubicBezTo>
                          <a:lnTo>
                            <a:pt x="830" y="857"/>
                          </a:lnTo>
                          <a:lnTo>
                            <a:pt x="830" y="1526"/>
                          </a:lnTo>
                          <a:lnTo>
                            <a:pt x="536" y="1812"/>
                          </a:lnTo>
                          <a:cubicBezTo>
                            <a:pt x="527" y="1803"/>
                            <a:pt x="518" y="1803"/>
                            <a:pt x="509" y="1803"/>
                          </a:cubicBezTo>
                          <a:cubicBezTo>
                            <a:pt x="473" y="1803"/>
                            <a:pt x="455" y="1821"/>
                            <a:pt x="455" y="1856"/>
                          </a:cubicBezTo>
                          <a:cubicBezTo>
                            <a:pt x="455" y="1883"/>
                            <a:pt x="473" y="1910"/>
                            <a:pt x="509" y="1910"/>
                          </a:cubicBezTo>
                          <a:cubicBezTo>
                            <a:pt x="536" y="1910"/>
                            <a:pt x="562" y="1883"/>
                            <a:pt x="562" y="1856"/>
                          </a:cubicBezTo>
                          <a:cubicBezTo>
                            <a:pt x="562" y="1838"/>
                            <a:pt x="553" y="1830"/>
                            <a:pt x="553" y="1821"/>
                          </a:cubicBezTo>
                          <a:lnTo>
                            <a:pt x="848" y="1535"/>
                          </a:lnTo>
                          <a:lnTo>
                            <a:pt x="848" y="848"/>
                          </a:lnTo>
                          <a:lnTo>
                            <a:pt x="839" y="839"/>
                          </a:lnTo>
                          <a:lnTo>
                            <a:pt x="98" y="90"/>
                          </a:lnTo>
                          <a:cubicBezTo>
                            <a:pt x="107" y="81"/>
                            <a:pt x="107" y="63"/>
                            <a:pt x="107" y="54"/>
                          </a:cubicBezTo>
                          <a:cubicBezTo>
                            <a:pt x="107" y="27"/>
                            <a:pt x="81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35" name="Google Shape;335;p29"/>
                    <p:cNvSpPr/>
                    <p:nvPr/>
                  </p:nvSpPr>
                  <p:spPr>
                    <a:xfrm>
                      <a:off x="3168994" y="1778247"/>
                      <a:ext cx="80747" cy="97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" h="1794" extrusionOk="0">
                          <a:moveTo>
                            <a:pt x="54" y="0"/>
                          </a:moveTo>
                          <a:cubicBezTo>
                            <a:pt x="27" y="0"/>
                            <a:pt x="1" y="27"/>
                            <a:pt x="1" y="54"/>
                          </a:cubicBezTo>
                          <a:cubicBezTo>
                            <a:pt x="1" y="81"/>
                            <a:pt x="27" y="107"/>
                            <a:pt x="54" y="107"/>
                          </a:cubicBezTo>
                          <a:cubicBezTo>
                            <a:pt x="63" y="107"/>
                            <a:pt x="81" y="99"/>
                            <a:pt x="90" y="90"/>
                          </a:cubicBezTo>
                          <a:lnTo>
                            <a:pt x="1410" y="1410"/>
                          </a:lnTo>
                          <a:lnTo>
                            <a:pt x="1410" y="1686"/>
                          </a:lnTo>
                          <a:cubicBezTo>
                            <a:pt x="1392" y="1695"/>
                            <a:pt x="1383" y="1704"/>
                            <a:pt x="1374" y="1713"/>
                          </a:cubicBezTo>
                          <a:cubicBezTo>
                            <a:pt x="1357" y="1740"/>
                            <a:pt x="1366" y="1776"/>
                            <a:pt x="1392" y="1785"/>
                          </a:cubicBezTo>
                          <a:cubicBezTo>
                            <a:pt x="1402" y="1791"/>
                            <a:pt x="1412" y="1794"/>
                            <a:pt x="1422" y="1794"/>
                          </a:cubicBezTo>
                          <a:cubicBezTo>
                            <a:pt x="1441" y="1794"/>
                            <a:pt x="1458" y="1784"/>
                            <a:pt x="1464" y="1767"/>
                          </a:cubicBezTo>
                          <a:cubicBezTo>
                            <a:pt x="1481" y="1740"/>
                            <a:pt x="1473" y="1704"/>
                            <a:pt x="1446" y="1695"/>
                          </a:cubicBezTo>
                          <a:cubicBezTo>
                            <a:pt x="1437" y="1695"/>
                            <a:pt x="1437" y="1686"/>
                            <a:pt x="1428" y="1686"/>
                          </a:cubicBezTo>
                          <a:lnTo>
                            <a:pt x="1428" y="1401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27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36" name="Google Shape;336;p29"/>
                    <p:cNvSpPr/>
                    <p:nvPr/>
                  </p:nvSpPr>
                  <p:spPr>
                    <a:xfrm>
                      <a:off x="3133523" y="1824724"/>
                      <a:ext cx="32637" cy="76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9" h="1412" extrusionOk="0">
                          <a:moveTo>
                            <a:pt x="61" y="0"/>
                          </a:moveTo>
                          <a:cubicBezTo>
                            <a:pt x="41" y="0"/>
                            <a:pt x="23" y="11"/>
                            <a:pt x="9" y="31"/>
                          </a:cubicBezTo>
                          <a:cubicBezTo>
                            <a:pt x="0" y="57"/>
                            <a:pt x="9" y="93"/>
                            <a:pt x="36" y="102"/>
                          </a:cubicBezTo>
                          <a:cubicBezTo>
                            <a:pt x="45" y="106"/>
                            <a:pt x="54" y="109"/>
                            <a:pt x="63" y="109"/>
                          </a:cubicBezTo>
                          <a:cubicBezTo>
                            <a:pt x="72" y="109"/>
                            <a:pt x="81" y="106"/>
                            <a:pt x="90" y="102"/>
                          </a:cubicBezTo>
                          <a:lnTo>
                            <a:pt x="527" y="539"/>
                          </a:lnTo>
                          <a:lnTo>
                            <a:pt x="527" y="1306"/>
                          </a:lnTo>
                          <a:cubicBezTo>
                            <a:pt x="518" y="1306"/>
                            <a:pt x="500" y="1315"/>
                            <a:pt x="491" y="1333"/>
                          </a:cubicBezTo>
                          <a:cubicBezTo>
                            <a:pt x="482" y="1360"/>
                            <a:pt x="491" y="1396"/>
                            <a:pt x="518" y="1404"/>
                          </a:cubicBezTo>
                          <a:cubicBezTo>
                            <a:pt x="525" y="1409"/>
                            <a:pt x="533" y="1412"/>
                            <a:pt x="540" y="1412"/>
                          </a:cubicBezTo>
                          <a:cubicBezTo>
                            <a:pt x="559" y="1412"/>
                            <a:pt x="576" y="1397"/>
                            <a:pt x="589" y="1378"/>
                          </a:cubicBezTo>
                          <a:cubicBezTo>
                            <a:pt x="598" y="1351"/>
                            <a:pt x="589" y="1324"/>
                            <a:pt x="562" y="1306"/>
                          </a:cubicBezTo>
                          <a:lnTo>
                            <a:pt x="545" y="1306"/>
                          </a:lnTo>
                          <a:lnTo>
                            <a:pt x="545" y="530"/>
                          </a:lnTo>
                          <a:lnTo>
                            <a:pt x="107" y="84"/>
                          </a:lnTo>
                          <a:cubicBezTo>
                            <a:pt x="107" y="84"/>
                            <a:pt x="107" y="84"/>
                            <a:pt x="107" y="75"/>
                          </a:cubicBezTo>
                          <a:cubicBezTo>
                            <a:pt x="116" y="57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0"/>
                            <a:pt x="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37" name="Google Shape;337;p29"/>
                    <p:cNvSpPr/>
                    <p:nvPr/>
                  </p:nvSpPr>
                  <p:spPr>
                    <a:xfrm>
                      <a:off x="3198144" y="1643120"/>
                      <a:ext cx="48219" cy="19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5" h="367" extrusionOk="0">
                          <a:moveTo>
                            <a:pt x="54" y="0"/>
                          </a:moveTo>
                          <a:cubicBezTo>
                            <a:pt x="19" y="0"/>
                            <a:pt x="1" y="27"/>
                            <a:pt x="1" y="54"/>
                          </a:cubicBezTo>
                          <a:cubicBezTo>
                            <a:pt x="1" y="81"/>
                            <a:pt x="19" y="107"/>
                            <a:pt x="54" y="107"/>
                          </a:cubicBezTo>
                          <a:cubicBezTo>
                            <a:pt x="81" y="107"/>
                            <a:pt x="99" y="90"/>
                            <a:pt x="108" y="63"/>
                          </a:cubicBezTo>
                          <a:lnTo>
                            <a:pt x="679" y="63"/>
                          </a:lnTo>
                          <a:lnTo>
                            <a:pt x="822" y="188"/>
                          </a:lnTo>
                          <a:lnTo>
                            <a:pt x="822" y="259"/>
                          </a:lnTo>
                          <a:cubicBezTo>
                            <a:pt x="804" y="268"/>
                            <a:pt x="777" y="286"/>
                            <a:pt x="777" y="313"/>
                          </a:cubicBezTo>
                          <a:cubicBezTo>
                            <a:pt x="777" y="339"/>
                            <a:pt x="804" y="366"/>
                            <a:pt x="831" y="366"/>
                          </a:cubicBezTo>
                          <a:cubicBezTo>
                            <a:pt x="866" y="366"/>
                            <a:pt x="884" y="339"/>
                            <a:pt x="884" y="313"/>
                          </a:cubicBezTo>
                          <a:cubicBezTo>
                            <a:pt x="884" y="286"/>
                            <a:pt x="866" y="268"/>
                            <a:pt x="839" y="259"/>
                          </a:cubicBezTo>
                          <a:lnTo>
                            <a:pt x="839" y="179"/>
                          </a:lnTo>
                          <a:lnTo>
                            <a:pt x="688" y="45"/>
                          </a:lnTo>
                          <a:lnTo>
                            <a:pt x="108" y="45"/>
                          </a:lnTo>
                          <a:cubicBezTo>
                            <a:pt x="99" y="18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38" name="Google Shape;338;p29"/>
                    <p:cNvSpPr/>
                    <p:nvPr/>
                  </p:nvSpPr>
                  <p:spPr>
                    <a:xfrm>
                      <a:off x="3080997" y="1431167"/>
                      <a:ext cx="272752" cy="6120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6" h="11233" extrusionOk="0">
                          <a:moveTo>
                            <a:pt x="1036" y="81"/>
                          </a:moveTo>
                          <a:cubicBezTo>
                            <a:pt x="1080" y="99"/>
                            <a:pt x="1125" y="108"/>
                            <a:pt x="1178" y="117"/>
                          </a:cubicBezTo>
                          <a:lnTo>
                            <a:pt x="1178" y="1259"/>
                          </a:lnTo>
                          <a:lnTo>
                            <a:pt x="1036" y="1259"/>
                          </a:lnTo>
                          <a:lnTo>
                            <a:pt x="1036" y="81"/>
                          </a:lnTo>
                          <a:close/>
                          <a:moveTo>
                            <a:pt x="1196" y="126"/>
                          </a:moveTo>
                          <a:cubicBezTo>
                            <a:pt x="1312" y="161"/>
                            <a:pt x="1428" y="197"/>
                            <a:pt x="1553" y="251"/>
                          </a:cubicBezTo>
                          <a:lnTo>
                            <a:pt x="1553" y="732"/>
                          </a:lnTo>
                          <a:lnTo>
                            <a:pt x="1339" y="946"/>
                          </a:lnTo>
                          <a:lnTo>
                            <a:pt x="1339" y="1259"/>
                          </a:lnTo>
                          <a:lnTo>
                            <a:pt x="1196" y="1259"/>
                          </a:lnTo>
                          <a:lnTo>
                            <a:pt x="1196" y="126"/>
                          </a:lnTo>
                          <a:close/>
                          <a:moveTo>
                            <a:pt x="777" y="37"/>
                          </a:moveTo>
                          <a:cubicBezTo>
                            <a:pt x="848" y="45"/>
                            <a:pt x="929" y="63"/>
                            <a:pt x="1018" y="81"/>
                          </a:cubicBezTo>
                          <a:lnTo>
                            <a:pt x="1018" y="1259"/>
                          </a:lnTo>
                          <a:lnTo>
                            <a:pt x="857" y="1259"/>
                          </a:lnTo>
                          <a:cubicBezTo>
                            <a:pt x="857" y="1259"/>
                            <a:pt x="848" y="1268"/>
                            <a:pt x="848" y="1268"/>
                          </a:cubicBezTo>
                          <a:lnTo>
                            <a:pt x="848" y="946"/>
                          </a:lnTo>
                          <a:lnTo>
                            <a:pt x="839" y="938"/>
                          </a:lnTo>
                          <a:lnTo>
                            <a:pt x="643" y="715"/>
                          </a:lnTo>
                          <a:lnTo>
                            <a:pt x="643" y="63"/>
                          </a:lnTo>
                          <a:lnTo>
                            <a:pt x="625" y="63"/>
                          </a:lnTo>
                          <a:lnTo>
                            <a:pt x="625" y="723"/>
                          </a:lnTo>
                          <a:lnTo>
                            <a:pt x="831" y="946"/>
                          </a:lnTo>
                          <a:lnTo>
                            <a:pt x="831" y="1268"/>
                          </a:lnTo>
                          <a:lnTo>
                            <a:pt x="839" y="1268"/>
                          </a:lnTo>
                          <a:cubicBezTo>
                            <a:pt x="795" y="1268"/>
                            <a:pt x="750" y="1303"/>
                            <a:pt x="723" y="1339"/>
                          </a:cubicBezTo>
                          <a:lnTo>
                            <a:pt x="723" y="1330"/>
                          </a:lnTo>
                          <a:lnTo>
                            <a:pt x="358" y="1330"/>
                          </a:lnTo>
                          <a:lnTo>
                            <a:pt x="260" y="1241"/>
                          </a:lnTo>
                          <a:lnTo>
                            <a:pt x="37" y="1241"/>
                          </a:lnTo>
                          <a:lnTo>
                            <a:pt x="37" y="607"/>
                          </a:lnTo>
                          <a:cubicBezTo>
                            <a:pt x="54" y="572"/>
                            <a:pt x="224" y="260"/>
                            <a:pt x="313" y="188"/>
                          </a:cubicBezTo>
                          <a:cubicBezTo>
                            <a:pt x="411" y="117"/>
                            <a:pt x="634" y="37"/>
                            <a:pt x="750" y="37"/>
                          </a:cubicBezTo>
                          <a:close/>
                          <a:moveTo>
                            <a:pt x="1571" y="251"/>
                          </a:moveTo>
                          <a:cubicBezTo>
                            <a:pt x="1919" y="393"/>
                            <a:pt x="2249" y="572"/>
                            <a:pt x="2401" y="768"/>
                          </a:cubicBezTo>
                          <a:cubicBezTo>
                            <a:pt x="2463" y="839"/>
                            <a:pt x="2508" y="946"/>
                            <a:pt x="2552" y="1071"/>
                          </a:cubicBezTo>
                          <a:lnTo>
                            <a:pt x="2053" y="1071"/>
                          </a:lnTo>
                          <a:lnTo>
                            <a:pt x="1794" y="1330"/>
                          </a:lnTo>
                          <a:lnTo>
                            <a:pt x="1482" y="1330"/>
                          </a:lnTo>
                          <a:lnTo>
                            <a:pt x="1482" y="1339"/>
                          </a:lnTo>
                          <a:cubicBezTo>
                            <a:pt x="1455" y="1294"/>
                            <a:pt x="1401" y="1259"/>
                            <a:pt x="1348" y="1259"/>
                          </a:cubicBezTo>
                          <a:lnTo>
                            <a:pt x="1357" y="1259"/>
                          </a:lnTo>
                          <a:lnTo>
                            <a:pt x="1357" y="955"/>
                          </a:lnTo>
                          <a:lnTo>
                            <a:pt x="1571" y="732"/>
                          </a:lnTo>
                          <a:lnTo>
                            <a:pt x="1571" y="251"/>
                          </a:lnTo>
                          <a:close/>
                          <a:moveTo>
                            <a:pt x="2561" y="1089"/>
                          </a:moveTo>
                          <a:cubicBezTo>
                            <a:pt x="2579" y="1143"/>
                            <a:pt x="2597" y="1196"/>
                            <a:pt x="2615" y="1250"/>
                          </a:cubicBezTo>
                          <a:lnTo>
                            <a:pt x="2062" y="1250"/>
                          </a:lnTo>
                          <a:lnTo>
                            <a:pt x="1803" y="1491"/>
                          </a:lnTo>
                          <a:lnTo>
                            <a:pt x="1500" y="1491"/>
                          </a:lnTo>
                          <a:lnTo>
                            <a:pt x="1500" y="1419"/>
                          </a:lnTo>
                          <a:cubicBezTo>
                            <a:pt x="1500" y="1393"/>
                            <a:pt x="1491" y="1366"/>
                            <a:pt x="1482" y="1348"/>
                          </a:cubicBezTo>
                          <a:lnTo>
                            <a:pt x="1803" y="1348"/>
                          </a:lnTo>
                          <a:lnTo>
                            <a:pt x="2062" y="1089"/>
                          </a:lnTo>
                          <a:close/>
                          <a:moveTo>
                            <a:pt x="251" y="1259"/>
                          </a:moveTo>
                          <a:lnTo>
                            <a:pt x="349" y="1348"/>
                          </a:lnTo>
                          <a:lnTo>
                            <a:pt x="723" y="1348"/>
                          </a:lnTo>
                          <a:cubicBezTo>
                            <a:pt x="715" y="1366"/>
                            <a:pt x="706" y="1393"/>
                            <a:pt x="706" y="1419"/>
                          </a:cubicBezTo>
                          <a:lnTo>
                            <a:pt x="706" y="1526"/>
                          </a:lnTo>
                          <a:lnTo>
                            <a:pt x="37" y="1526"/>
                          </a:lnTo>
                          <a:lnTo>
                            <a:pt x="37" y="1259"/>
                          </a:lnTo>
                          <a:close/>
                          <a:moveTo>
                            <a:pt x="2615" y="1268"/>
                          </a:moveTo>
                          <a:cubicBezTo>
                            <a:pt x="2633" y="1303"/>
                            <a:pt x="2642" y="1348"/>
                            <a:pt x="2650" y="1384"/>
                          </a:cubicBezTo>
                          <a:cubicBezTo>
                            <a:pt x="2677" y="1473"/>
                            <a:pt x="2704" y="1571"/>
                            <a:pt x="2740" y="1651"/>
                          </a:cubicBezTo>
                          <a:lnTo>
                            <a:pt x="1500" y="1651"/>
                          </a:lnTo>
                          <a:lnTo>
                            <a:pt x="1500" y="1508"/>
                          </a:lnTo>
                          <a:lnTo>
                            <a:pt x="1812" y="1508"/>
                          </a:lnTo>
                          <a:lnTo>
                            <a:pt x="2062" y="1268"/>
                          </a:lnTo>
                          <a:close/>
                          <a:moveTo>
                            <a:pt x="706" y="1544"/>
                          </a:moveTo>
                          <a:lnTo>
                            <a:pt x="706" y="1687"/>
                          </a:lnTo>
                          <a:lnTo>
                            <a:pt x="37" y="1687"/>
                          </a:lnTo>
                          <a:lnTo>
                            <a:pt x="37" y="1544"/>
                          </a:lnTo>
                          <a:close/>
                          <a:moveTo>
                            <a:pt x="2740" y="1669"/>
                          </a:moveTo>
                          <a:cubicBezTo>
                            <a:pt x="2757" y="1714"/>
                            <a:pt x="2775" y="1758"/>
                            <a:pt x="2793" y="1803"/>
                          </a:cubicBezTo>
                          <a:lnTo>
                            <a:pt x="1500" y="1803"/>
                          </a:lnTo>
                          <a:lnTo>
                            <a:pt x="1500" y="1669"/>
                          </a:lnTo>
                          <a:close/>
                          <a:moveTo>
                            <a:pt x="706" y="1705"/>
                          </a:moveTo>
                          <a:lnTo>
                            <a:pt x="706" y="1839"/>
                          </a:lnTo>
                          <a:lnTo>
                            <a:pt x="384" y="1839"/>
                          </a:lnTo>
                          <a:lnTo>
                            <a:pt x="277" y="1928"/>
                          </a:lnTo>
                          <a:lnTo>
                            <a:pt x="37" y="1928"/>
                          </a:lnTo>
                          <a:lnTo>
                            <a:pt x="37" y="1705"/>
                          </a:lnTo>
                          <a:close/>
                          <a:moveTo>
                            <a:pt x="2802" y="1821"/>
                          </a:moveTo>
                          <a:cubicBezTo>
                            <a:pt x="2820" y="1865"/>
                            <a:pt x="2847" y="1910"/>
                            <a:pt x="2873" y="1955"/>
                          </a:cubicBezTo>
                          <a:cubicBezTo>
                            <a:pt x="2891" y="1981"/>
                            <a:pt x="2945" y="2035"/>
                            <a:pt x="2989" y="2070"/>
                          </a:cubicBezTo>
                          <a:lnTo>
                            <a:pt x="1937" y="2070"/>
                          </a:lnTo>
                          <a:lnTo>
                            <a:pt x="1767" y="1928"/>
                          </a:lnTo>
                          <a:lnTo>
                            <a:pt x="1500" y="1928"/>
                          </a:lnTo>
                          <a:lnTo>
                            <a:pt x="1500" y="1946"/>
                          </a:lnTo>
                          <a:lnTo>
                            <a:pt x="1758" y="1946"/>
                          </a:lnTo>
                          <a:lnTo>
                            <a:pt x="1928" y="2088"/>
                          </a:lnTo>
                          <a:lnTo>
                            <a:pt x="3016" y="2088"/>
                          </a:lnTo>
                          <a:cubicBezTo>
                            <a:pt x="3043" y="2115"/>
                            <a:pt x="3070" y="2133"/>
                            <a:pt x="3070" y="2142"/>
                          </a:cubicBezTo>
                          <a:cubicBezTo>
                            <a:pt x="3079" y="2142"/>
                            <a:pt x="3114" y="2160"/>
                            <a:pt x="3168" y="2204"/>
                          </a:cubicBezTo>
                          <a:lnTo>
                            <a:pt x="2249" y="2204"/>
                          </a:lnTo>
                          <a:cubicBezTo>
                            <a:pt x="2240" y="2169"/>
                            <a:pt x="2222" y="2151"/>
                            <a:pt x="2187" y="2151"/>
                          </a:cubicBezTo>
                          <a:cubicBezTo>
                            <a:pt x="2151" y="2151"/>
                            <a:pt x="2124" y="2178"/>
                            <a:pt x="2124" y="2213"/>
                          </a:cubicBezTo>
                          <a:cubicBezTo>
                            <a:pt x="2124" y="2240"/>
                            <a:pt x="2151" y="2267"/>
                            <a:pt x="2187" y="2267"/>
                          </a:cubicBezTo>
                          <a:cubicBezTo>
                            <a:pt x="2222" y="2267"/>
                            <a:pt x="2240" y="2249"/>
                            <a:pt x="2249" y="2222"/>
                          </a:cubicBezTo>
                          <a:lnTo>
                            <a:pt x="3195" y="2222"/>
                          </a:lnTo>
                          <a:cubicBezTo>
                            <a:pt x="3266" y="2267"/>
                            <a:pt x="3364" y="2338"/>
                            <a:pt x="3471" y="2409"/>
                          </a:cubicBezTo>
                          <a:lnTo>
                            <a:pt x="2909" y="2409"/>
                          </a:lnTo>
                          <a:lnTo>
                            <a:pt x="2749" y="2294"/>
                          </a:lnTo>
                          <a:lnTo>
                            <a:pt x="2392" y="2294"/>
                          </a:lnTo>
                          <a:cubicBezTo>
                            <a:pt x="2392" y="2267"/>
                            <a:pt x="2374" y="2249"/>
                            <a:pt x="2347" y="2249"/>
                          </a:cubicBezTo>
                          <a:cubicBezTo>
                            <a:pt x="2311" y="2249"/>
                            <a:pt x="2294" y="2267"/>
                            <a:pt x="2294" y="2302"/>
                          </a:cubicBezTo>
                          <a:cubicBezTo>
                            <a:pt x="2294" y="2329"/>
                            <a:pt x="2311" y="2356"/>
                            <a:pt x="2347" y="2356"/>
                          </a:cubicBezTo>
                          <a:cubicBezTo>
                            <a:pt x="2374" y="2356"/>
                            <a:pt x="2392" y="2338"/>
                            <a:pt x="2392" y="2311"/>
                          </a:cubicBezTo>
                          <a:lnTo>
                            <a:pt x="2740" y="2311"/>
                          </a:lnTo>
                          <a:lnTo>
                            <a:pt x="2909" y="2427"/>
                          </a:lnTo>
                          <a:lnTo>
                            <a:pt x="3498" y="2427"/>
                          </a:lnTo>
                          <a:cubicBezTo>
                            <a:pt x="3569" y="2481"/>
                            <a:pt x="3650" y="2534"/>
                            <a:pt x="3721" y="2588"/>
                          </a:cubicBezTo>
                          <a:lnTo>
                            <a:pt x="3418" y="2588"/>
                          </a:lnTo>
                          <a:lnTo>
                            <a:pt x="3123" y="2882"/>
                          </a:lnTo>
                          <a:cubicBezTo>
                            <a:pt x="3114" y="2873"/>
                            <a:pt x="3105" y="2873"/>
                            <a:pt x="3096" y="2873"/>
                          </a:cubicBezTo>
                          <a:cubicBezTo>
                            <a:pt x="3061" y="2873"/>
                            <a:pt x="3043" y="2891"/>
                            <a:pt x="3043" y="2927"/>
                          </a:cubicBezTo>
                          <a:cubicBezTo>
                            <a:pt x="3043" y="2954"/>
                            <a:pt x="3061" y="2980"/>
                            <a:pt x="3096" y="2980"/>
                          </a:cubicBezTo>
                          <a:cubicBezTo>
                            <a:pt x="3123" y="2980"/>
                            <a:pt x="3150" y="2954"/>
                            <a:pt x="3150" y="2927"/>
                          </a:cubicBezTo>
                          <a:cubicBezTo>
                            <a:pt x="3150" y="2909"/>
                            <a:pt x="3141" y="2900"/>
                            <a:pt x="3141" y="2891"/>
                          </a:cubicBezTo>
                          <a:lnTo>
                            <a:pt x="3427" y="2615"/>
                          </a:lnTo>
                          <a:lnTo>
                            <a:pt x="3748" y="2615"/>
                          </a:lnTo>
                          <a:cubicBezTo>
                            <a:pt x="3792" y="2641"/>
                            <a:pt x="3837" y="2677"/>
                            <a:pt x="3882" y="2713"/>
                          </a:cubicBezTo>
                          <a:lnTo>
                            <a:pt x="3623" y="2713"/>
                          </a:lnTo>
                          <a:lnTo>
                            <a:pt x="3302" y="3025"/>
                          </a:lnTo>
                          <a:cubicBezTo>
                            <a:pt x="3293" y="3025"/>
                            <a:pt x="3284" y="3016"/>
                            <a:pt x="3275" y="3016"/>
                          </a:cubicBezTo>
                          <a:cubicBezTo>
                            <a:pt x="3239" y="3016"/>
                            <a:pt x="3221" y="3043"/>
                            <a:pt x="3221" y="3070"/>
                          </a:cubicBezTo>
                          <a:cubicBezTo>
                            <a:pt x="3221" y="3105"/>
                            <a:pt x="3239" y="3123"/>
                            <a:pt x="3275" y="3123"/>
                          </a:cubicBezTo>
                          <a:cubicBezTo>
                            <a:pt x="3302" y="3123"/>
                            <a:pt x="3328" y="3105"/>
                            <a:pt x="3328" y="3070"/>
                          </a:cubicBezTo>
                          <a:cubicBezTo>
                            <a:pt x="3328" y="3061"/>
                            <a:pt x="3320" y="3052"/>
                            <a:pt x="3311" y="3043"/>
                          </a:cubicBezTo>
                          <a:lnTo>
                            <a:pt x="3632" y="2731"/>
                          </a:lnTo>
                          <a:lnTo>
                            <a:pt x="3899" y="2731"/>
                          </a:lnTo>
                          <a:cubicBezTo>
                            <a:pt x="3971" y="2784"/>
                            <a:pt x="4033" y="2838"/>
                            <a:pt x="4078" y="2891"/>
                          </a:cubicBezTo>
                          <a:lnTo>
                            <a:pt x="3801" y="2891"/>
                          </a:lnTo>
                          <a:lnTo>
                            <a:pt x="3498" y="3177"/>
                          </a:lnTo>
                          <a:cubicBezTo>
                            <a:pt x="3489" y="3177"/>
                            <a:pt x="3480" y="3168"/>
                            <a:pt x="3471" y="3168"/>
                          </a:cubicBezTo>
                          <a:cubicBezTo>
                            <a:pt x="3444" y="3168"/>
                            <a:pt x="3418" y="3195"/>
                            <a:pt x="3418" y="3221"/>
                          </a:cubicBezTo>
                          <a:cubicBezTo>
                            <a:pt x="3418" y="3248"/>
                            <a:pt x="3444" y="3275"/>
                            <a:pt x="3471" y="3275"/>
                          </a:cubicBezTo>
                          <a:cubicBezTo>
                            <a:pt x="3498" y="3275"/>
                            <a:pt x="3525" y="3248"/>
                            <a:pt x="3525" y="3221"/>
                          </a:cubicBezTo>
                          <a:cubicBezTo>
                            <a:pt x="3525" y="3212"/>
                            <a:pt x="3516" y="3195"/>
                            <a:pt x="3516" y="3186"/>
                          </a:cubicBezTo>
                          <a:lnTo>
                            <a:pt x="3810" y="2909"/>
                          </a:lnTo>
                          <a:lnTo>
                            <a:pt x="4096" y="2909"/>
                          </a:lnTo>
                          <a:cubicBezTo>
                            <a:pt x="4122" y="2927"/>
                            <a:pt x="4140" y="2945"/>
                            <a:pt x="4149" y="2972"/>
                          </a:cubicBezTo>
                          <a:cubicBezTo>
                            <a:pt x="4176" y="2998"/>
                            <a:pt x="4194" y="3025"/>
                            <a:pt x="4212" y="3052"/>
                          </a:cubicBezTo>
                          <a:lnTo>
                            <a:pt x="3623" y="3605"/>
                          </a:lnTo>
                          <a:lnTo>
                            <a:pt x="3623" y="4470"/>
                          </a:lnTo>
                          <a:lnTo>
                            <a:pt x="3382" y="4470"/>
                          </a:lnTo>
                          <a:lnTo>
                            <a:pt x="3382" y="3944"/>
                          </a:lnTo>
                          <a:lnTo>
                            <a:pt x="3373" y="3935"/>
                          </a:lnTo>
                          <a:lnTo>
                            <a:pt x="3061" y="3641"/>
                          </a:lnTo>
                          <a:lnTo>
                            <a:pt x="2204" y="3641"/>
                          </a:lnTo>
                          <a:lnTo>
                            <a:pt x="1401" y="2802"/>
                          </a:lnTo>
                          <a:lnTo>
                            <a:pt x="1401" y="2053"/>
                          </a:lnTo>
                          <a:lnTo>
                            <a:pt x="1393" y="2053"/>
                          </a:lnTo>
                          <a:cubicBezTo>
                            <a:pt x="1455" y="2035"/>
                            <a:pt x="1500" y="1972"/>
                            <a:pt x="1500" y="1901"/>
                          </a:cubicBezTo>
                          <a:lnTo>
                            <a:pt x="1500" y="1821"/>
                          </a:lnTo>
                          <a:close/>
                          <a:moveTo>
                            <a:pt x="4229" y="3070"/>
                          </a:moveTo>
                          <a:cubicBezTo>
                            <a:pt x="4292" y="3168"/>
                            <a:pt x="4354" y="3275"/>
                            <a:pt x="4417" y="3400"/>
                          </a:cubicBezTo>
                          <a:lnTo>
                            <a:pt x="3837" y="3926"/>
                          </a:lnTo>
                          <a:lnTo>
                            <a:pt x="3837" y="4470"/>
                          </a:lnTo>
                          <a:lnTo>
                            <a:pt x="3864" y="4470"/>
                          </a:lnTo>
                          <a:lnTo>
                            <a:pt x="3864" y="3935"/>
                          </a:lnTo>
                          <a:lnTo>
                            <a:pt x="4426" y="3418"/>
                          </a:lnTo>
                          <a:cubicBezTo>
                            <a:pt x="4461" y="3471"/>
                            <a:pt x="4488" y="3534"/>
                            <a:pt x="4515" y="3596"/>
                          </a:cubicBezTo>
                          <a:lnTo>
                            <a:pt x="4176" y="3899"/>
                          </a:lnTo>
                          <a:lnTo>
                            <a:pt x="4176" y="4113"/>
                          </a:lnTo>
                          <a:cubicBezTo>
                            <a:pt x="4149" y="4122"/>
                            <a:pt x="4131" y="4140"/>
                            <a:pt x="4131" y="4167"/>
                          </a:cubicBezTo>
                          <a:cubicBezTo>
                            <a:pt x="4131" y="4194"/>
                            <a:pt x="4149" y="4220"/>
                            <a:pt x="4185" y="4220"/>
                          </a:cubicBezTo>
                          <a:cubicBezTo>
                            <a:pt x="4212" y="4220"/>
                            <a:pt x="4238" y="4194"/>
                            <a:pt x="4238" y="4167"/>
                          </a:cubicBezTo>
                          <a:cubicBezTo>
                            <a:pt x="4238" y="4140"/>
                            <a:pt x="4221" y="4122"/>
                            <a:pt x="4194" y="4113"/>
                          </a:cubicBezTo>
                          <a:lnTo>
                            <a:pt x="4194" y="3908"/>
                          </a:lnTo>
                          <a:lnTo>
                            <a:pt x="4524" y="3605"/>
                          </a:lnTo>
                          <a:cubicBezTo>
                            <a:pt x="4676" y="3917"/>
                            <a:pt x="4800" y="4256"/>
                            <a:pt x="4872" y="4533"/>
                          </a:cubicBezTo>
                          <a:lnTo>
                            <a:pt x="4658" y="4533"/>
                          </a:lnTo>
                          <a:lnTo>
                            <a:pt x="4577" y="4658"/>
                          </a:lnTo>
                          <a:lnTo>
                            <a:pt x="4051" y="4658"/>
                          </a:lnTo>
                          <a:lnTo>
                            <a:pt x="4051" y="4675"/>
                          </a:lnTo>
                          <a:lnTo>
                            <a:pt x="4595" y="4675"/>
                          </a:lnTo>
                          <a:lnTo>
                            <a:pt x="4667" y="4551"/>
                          </a:lnTo>
                          <a:lnTo>
                            <a:pt x="4881" y="4551"/>
                          </a:lnTo>
                          <a:cubicBezTo>
                            <a:pt x="4899" y="4613"/>
                            <a:pt x="4916" y="4675"/>
                            <a:pt x="4925" y="4738"/>
                          </a:cubicBezTo>
                          <a:cubicBezTo>
                            <a:pt x="4925" y="4782"/>
                            <a:pt x="4934" y="4827"/>
                            <a:pt x="4934" y="4881"/>
                          </a:cubicBezTo>
                          <a:lnTo>
                            <a:pt x="4051" y="4881"/>
                          </a:lnTo>
                          <a:lnTo>
                            <a:pt x="4051" y="4693"/>
                          </a:lnTo>
                          <a:cubicBezTo>
                            <a:pt x="4051" y="4568"/>
                            <a:pt x="3953" y="4470"/>
                            <a:pt x="3837" y="4470"/>
                          </a:cubicBezTo>
                          <a:lnTo>
                            <a:pt x="3641" y="4470"/>
                          </a:lnTo>
                          <a:lnTo>
                            <a:pt x="3641" y="3614"/>
                          </a:lnTo>
                          <a:lnTo>
                            <a:pt x="4229" y="3070"/>
                          </a:lnTo>
                          <a:close/>
                          <a:moveTo>
                            <a:pt x="804" y="2053"/>
                          </a:moveTo>
                          <a:lnTo>
                            <a:pt x="804" y="2811"/>
                          </a:lnTo>
                          <a:lnTo>
                            <a:pt x="1660" y="3658"/>
                          </a:lnTo>
                          <a:lnTo>
                            <a:pt x="1660" y="4533"/>
                          </a:lnTo>
                          <a:lnTo>
                            <a:pt x="1303" y="4881"/>
                          </a:lnTo>
                          <a:lnTo>
                            <a:pt x="866" y="4881"/>
                          </a:lnTo>
                          <a:lnTo>
                            <a:pt x="866" y="4898"/>
                          </a:lnTo>
                          <a:lnTo>
                            <a:pt x="1312" y="4898"/>
                          </a:lnTo>
                          <a:lnTo>
                            <a:pt x="1321" y="4890"/>
                          </a:lnTo>
                          <a:lnTo>
                            <a:pt x="1678" y="4542"/>
                          </a:lnTo>
                          <a:lnTo>
                            <a:pt x="1678" y="3650"/>
                          </a:lnTo>
                          <a:lnTo>
                            <a:pt x="822" y="2802"/>
                          </a:lnTo>
                          <a:lnTo>
                            <a:pt x="822" y="2053"/>
                          </a:lnTo>
                          <a:close/>
                          <a:moveTo>
                            <a:pt x="4943" y="4898"/>
                          </a:moveTo>
                          <a:cubicBezTo>
                            <a:pt x="4943" y="4970"/>
                            <a:pt x="4952" y="5050"/>
                            <a:pt x="4952" y="5130"/>
                          </a:cubicBezTo>
                          <a:lnTo>
                            <a:pt x="4051" y="5130"/>
                          </a:lnTo>
                          <a:lnTo>
                            <a:pt x="4051" y="4898"/>
                          </a:lnTo>
                          <a:close/>
                          <a:moveTo>
                            <a:pt x="4952" y="5148"/>
                          </a:moveTo>
                          <a:cubicBezTo>
                            <a:pt x="4952" y="5255"/>
                            <a:pt x="4952" y="5371"/>
                            <a:pt x="4952" y="5478"/>
                          </a:cubicBezTo>
                          <a:lnTo>
                            <a:pt x="4720" y="5478"/>
                          </a:lnTo>
                          <a:lnTo>
                            <a:pt x="4613" y="5362"/>
                          </a:lnTo>
                          <a:lnTo>
                            <a:pt x="4051" y="5362"/>
                          </a:lnTo>
                          <a:lnTo>
                            <a:pt x="4051" y="5148"/>
                          </a:lnTo>
                          <a:close/>
                          <a:moveTo>
                            <a:pt x="4051" y="5371"/>
                          </a:moveTo>
                          <a:lnTo>
                            <a:pt x="4051" y="5380"/>
                          </a:lnTo>
                          <a:lnTo>
                            <a:pt x="4604" y="5380"/>
                          </a:lnTo>
                          <a:lnTo>
                            <a:pt x="4711" y="5496"/>
                          </a:lnTo>
                          <a:lnTo>
                            <a:pt x="4952" y="5496"/>
                          </a:lnTo>
                          <a:cubicBezTo>
                            <a:pt x="4952" y="5559"/>
                            <a:pt x="4943" y="5621"/>
                            <a:pt x="4943" y="5675"/>
                          </a:cubicBezTo>
                          <a:lnTo>
                            <a:pt x="4765" y="5675"/>
                          </a:lnTo>
                          <a:lnTo>
                            <a:pt x="4693" y="5612"/>
                          </a:lnTo>
                          <a:cubicBezTo>
                            <a:pt x="4693" y="5612"/>
                            <a:pt x="4702" y="5612"/>
                            <a:pt x="4702" y="5603"/>
                          </a:cubicBezTo>
                          <a:cubicBezTo>
                            <a:pt x="4711" y="5585"/>
                            <a:pt x="4702" y="5550"/>
                            <a:pt x="4676" y="5532"/>
                          </a:cubicBezTo>
                          <a:cubicBezTo>
                            <a:pt x="4669" y="5530"/>
                            <a:pt x="4662" y="5528"/>
                            <a:pt x="4654" y="5528"/>
                          </a:cubicBezTo>
                          <a:cubicBezTo>
                            <a:pt x="4633" y="5528"/>
                            <a:pt x="4611" y="5539"/>
                            <a:pt x="4604" y="5559"/>
                          </a:cubicBezTo>
                          <a:cubicBezTo>
                            <a:pt x="4586" y="5585"/>
                            <a:pt x="4604" y="5621"/>
                            <a:pt x="4631" y="5630"/>
                          </a:cubicBezTo>
                          <a:cubicBezTo>
                            <a:pt x="4638" y="5634"/>
                            <a:pt x="4646" y="5636"/>
                            <a:pt x="4653" y="5636"/>
                          </a:cubicBezTo>
                          <a:cubicBezTo>
                            <a:pt x="4664" y="5636"/>
                            <a:pt x="4674" y="5632"/>
                            <a:pt x="4684" y="5621"/>
                          </a:cubicBezTo>
                          <a:lnTo>
                            <a:pt x="4765" y="5692"/>
                          </a:lnTo>
                          <a:lnTo>
                            <a:pt x="4943" y="5692"/>
                          </a:lnTo>
                          <a:cubicBezTo>
                            <a:pt x="4943" y="5737"/>
                            <a:pt x="4934" y="5773"/>
                            <a:pt x="4934" y="5817"/>
                          </a:cubicBezTo>
                          <a:lnTo>
                            <a:pt x="4649" y="5817"/>
                          </a:lnTo>
                          <a:lnTo>
                            <a:pt x="4568" y="5728"/>
                          </a:lnTo>
                          <a:cubicBezTo>
                            <a:pt x="4568" y="5728"/>
                            <a:pt x="4568" y="5728"/>
                            <a:pt x="4577" y="5719"/>
                          </a:cubicBezTo>
                          <a:cubicBezTo>
                            <a:pt x="4586" y="5692"/>
                            <a:pt x="4577" y="5666"/>
                            <a:pt x="4551" y="5648"/>
                          </a:cubicBezTo>
                          <a:cubicBezTo>
                            <a:pt x="4544" y="5646"/>
                            <a:pt x="4537" y="5644"/>
                            <a:pt x="4529" y="5644"/>
                          </a:cubicBezTo>
                          <a:cubicBezTo>
                            <a:pt x="4508" y="5644"/>
                            <a:pt x="4486" y="5655"/>
                            <a:pt x="4479" y="5675"/>
                          </a:cubicBezTo>
                          <a:cubicBezTo>
                            <a:pt x="4461" y="5701"/>
                            <a:pt x="4479" y="5737"/>
                            <a:pt x="4497" y="5746"/>
                          </a:cubicBezTo>
                          <a:cubicBezTo>
                            <a:pt x="4510" y="5750"/>
                            <a:pt x="4522" y="5753"/>
                            <a:pt x="4532" y="5753"/>
                          </a:cubicBezTo>
                          <a:cubicBezTo>
                            <a:pt x="4542" y="5753"/>
                            <a:pt x="4551" y="5750"/>
                            <a:pt x="4560" y="5746"/>
                          </a:cubicBezTo>
                          <a:lnTo>
                            <a:pt x="4640" y="5835"/>
                          </a:lnTo>
                          <a:lnTo>
                            <a:pt x="4934" y="5835"/>
                          </a:lnTo>
                          <a:cubicBezTo>
                            <a:pt x="4925" y="5862"/>
                            <a:pt x="4925" y="5898"/>
                            <a:pt x="4916" y="5924"/>
                          </a:cubicBezTo>
                          <a:lnTo>
                            <a:pt x="4542" y="5924"/>
                          </a:lnTo>
                          <a:lnTo>
                            <a:pt x="4461" y="5853"/>
                          </a:lnTo>
                          <a:cubicBezTo>
                            <a:pt x="4479" y="5826"/>
                            <a:pt x="4461" y="5791"/>
                            <a:pt x="4435" y="5782"/>
                          </a:cubicBezTo>
                          <a:cubicBezTo>
                            <a:pt x="4427" y="5777"/>
                            <a:pt x="4420" y="5774"/>
                            <a:pt x="4412" y="5774"/>
                          </a:cubicBezTo>
                          <a:cubicBezTo>
                            <a:pt x="4394" y="5774"/>
                            <a:pt x="4376" y="5789"/>
                            <a:pt x="4363" y="5808"/>
                          </a:cubicBezTo>
                          <a:cubicBezTo>
                            <a:pt x="4354" y="5835"/>
                            <a:pt x="4363" y="5862"/>
                            <a:pt x="4390" y="5880"/>
                          </a:cubicBezTo>
                          <a:cubicBezTo>
                            <a:pt x="4395" y="5882"/>
                            <a:pt x="4401" y="5883"/>
                            <a:pt x="4408" y="5883"/>
                          </a:cubicBezTo>
                          <a:cubicBezTo>
                            <a:pt x="4423" y="5883"/>
                            <a:pt x="4440" y="5877"/>
                            <a:pt x="4452" y="5871"/>
                          </a:cubicBezTo>
                          <a:lnTo>
                            <a:pt x="4533" y="5942"/>
                          </a:lnTo>
                          <a:lnTo>
                            <a:pt x="4916" y="5942"/>
                          </a:lnTo>
                          <a:cubicBezTo>
                            <a:pt x="4916" y="5960"/>
                            <a:pt x="4907" y="5978"/>
                            <a:pt x="4907" y="6005"/>
                          </a:cubicBezTo>
                          <a:cubicBezTo>
                            <a:pt x="4899" y="6022"/>
                            <a:pt x="4899" y="6049"/>
                            <a:pt x="4890" y="6067"/>
                          </a:cubicBezTo>
                          <a:lnTo>
                            <a:pt x="4328" y="6067"/>
                          </a:lnTo>
                          <a:lnTo>
                            <a:pt x="4221" y="5969"/>
                          </a:lnTo>
                          <a:cubicBezTo>
                            <a:pt x="4229" y="5960"/>
                            <a:pt x="4229" y="5960"/>
                            <a:pt x="4229" y="5960"/>
                          </a:cubicBezTo>
                          <a:cubicBezTo>
                            <a:pt x="4247" y="5933"/>
                            <a:pt x="4229" y="5898"/>
                            <a:pt x="4203" y="5889"/>
                          </a:cubicBezTo>
                          <a:cubicBezTo>
                            <a:pt x="4193" y="5882"/>
                            <a:pt x="4184" y="5879"/>
                            <a:pt x="4175" y="5879"/>
                          </a:cubicBezTo>
                          <a:cubicBezTo>
                            <a:pt x="4158" y="5879"/>
                            <a:pt x="4143" y="5889"/>
                            <a:pt x="4131" y="5907"/>
                          </a:cubicBezTo>
                          <a:cubicBezTo>
                            <a:pt x="4122" y="5933"/>
                            <a:pt x="4131" y="5969"/>
                            <a:pt x="4158" y="5978"/>
                          </a:cubicBezTo>
                          <a:cubicBezTo>
                            <a:pt x="4167" y="5982"/>
                            <a:pt x="4176" y="5985"/>
                            <a:pt x="4185" y="5985"/>
                          </a:cubicBezTo>
                          <a:cubicBezTo>
                            <a:pt x="4194" y="5985"/>
                            <a:pt x="4203" y="5982"/>
                            <a:pt x="4212" y="5978"/>
                          </a:cubicBezTo>
                          <a:lnTo>
                            <a:pt x="4319" y="6085"/>
                          </a:lnTo>
                          <a:lnTo>
                            <a:pt x="4890" y="6085"/>
                          </a:lnTo>
                          <a:cubicBezTo>
                            <a:pt x="4881" y="6121"/>
                            <a:pt x="4863" y="6156"/>
                            <a:pt x="4854" y="6192"/>
                          </a:cubicBezTo>
                          <a:lnTo>
                            <a:pt x="4122" y="6192"/>
                          </a:lnTo>
                          <a:lnTo>
                            <a:pt x="3882" y="5924"/>
                          </a:lnTo>
                          <a:lnTo>
                            <a:pt x="3882" y="5576"/>
                          </a:lnTo>
                          <a:lnTo>
                            <a:pt x="3864" y="5576"/>
                          </a:lnTo>
                          <a:lnTo>
                            <a:pt x="3864" y="5933"/>
                          </a:lnTo>
                          <a:lnTo>
                            <a:pt x="4113" y="6210"/>
                          </a:lnTo>
                          <a:lnTo>
                            <a:pt x="4854" y="6210"/>
                          </a:lnTo>
                          <a:cubicBezTo>
                            <a:pt x="4827" y="6272"/>
                            <a:pt x="4809" y="6335"/>
                            <a:pt x="4783" y="6406"/>
                          </a:cubicBezTo>
                          <a:lnTo>
                            <a:pt x="4783" y="6397"/>
                          </a:lnTo>
                          <a:lnTo>
                            <a:pt x="4087" y="6397"/>
                          </a:lnTo>
                          <a:lnTo>
                            <a:pt x="3641" y="5960"/>
                          </a:lnTo>
                          <a:lnTo>
                            <a:pt x="3641" y="5576"/>
                          </a:lnTo>
                          <a:lnTo>
                            <a:pt x="3837" y="5576"/>
                          </a:lnTo>
                          <a:cubicBezTo>
                            <a:pt x="3953" y="5576"/>
                            <a:pt x="4042" y="5487"/>
                            <a:pt x="4051" y="5371"/>
                          </a:cubicBezTo>
                          <a:close/>
                          <a:moveTo>
                            <a:pt x="3623" y="5576"/>
                          </a:moveTo>
                          <a:lnTo>
                            <a:pt x="3623" y="5969"/>
                          </a:lnTo>
                          <a:lnTo>
                            <a:pt x="4078" y="6415"/>
                          </a:lnTo>
                          <a:lnTo>
                            <a:pt x="4774" y="6415"/>
                          </a:lnTo>
                          <a:cubicBezTo>
                            <a:pt x="4756" y="6486"/>
                            <a:pt x="4729" y="6558"/>
                            <a:pt x="4702" y="6620"/>
                          </a:cubicBezTo>
                          <a:lnTo>
                            <a:pt x="4060" y="6620"/>
                          </a:lnTo>
                          <a:lnTo>
                            <a:pt x="3400" y="5924"/>
                          </a:lnTo>
                          <a:lnTo>
                            <a:pt x="3400" y="5576"/>
                          </a:lnTo>
                          <a:close/>
                          <a:moveTo>
                            <a:pt x="3382" y="5576"/>
                          </a:moveTo>
                          <a:lnTo>
                            <a:pt x="3382" y="5933"/>
                          </a:lnTo>
                          <a:lnTo>
                            <a:pt x="4051" y="6638"/>
                          </a:lnTo>
                          <a:lnTo>
                            <a:pt x="4693" y="6638"/>
                          </a:lnTo>
                          <a:cubicBezTo>
                            <a:pt x="4667" y="6709"/>
                            <a:pt x="4640" y="6790"/>
                            <a:pt x="4613" y="6861"/>
                          </a:cubicBezTo>
                          <a:lnTo>
                            <a:pt x="4060" y="6861"/>
                          </a:lnTo>
                          <a:lnTo>
                            <a:pt x="3168" y="5951"/>
                          </a:lnTo>
                          <a:lnTo>
                            <a:pt x="3177" y="5576"/>
                          </a:lnTo>
                          <a:close/>
                          <a:moveTo>
                            <a:pt x="4533" y="8262"/>
                          </a:moveTo>
                          <a:cubicBezTo>
                            <a:pt x="4542" y="8297"/>
                            <a:pt x="4542" y="8342"/>
                            <a:pt x="4551" y="8378"/>
                          </a:cubicBezTo>
                          <a:lnTo>
                            <a:pt x="4238" y="8378"/>
                          </a:lnTo>
                          <a:lnTo>
                            <a:pt x="4051" y="8503"/>
                          </a:lnTo>
                          <a:lnTo>
                            <a:pt x="3659" y="8503"/>
                          </a:lnTo>
                          <a:lnTo>
                            <a:pt x="3659" y="8413"/>
                          </a:lnTo>
                          <a:cubicBezTo>
                            <a:pt x="3659" y="8404"/>
                            <a:pt x="3659" y="8404"/>
                            <a:pt x="3659" y="8395"/>
                          </a:cubicBezTo>
                          <a:lnTo>
                            <a:pt x="4060" y="8395"/>
                          </a:lnTo>
                          <a:lnTo>
                            <a:pt x="4247" y="8262"/>
                          </a:lnTo>
                          <a:close/>
                          <a:moveTo>
                            <a:pt x="4551" y="8395"/>
                          </a:moveTo>
                          <a:cubicBezTo>
                            <a:pt x="4560" y="8511"/>
                            <a:pt x="4560" y="8619"/>
                            <a:pt x="4560" y="8717"/>
                          </a:cubicBezTo>
                          <a:lnTo>
                            <a:pt x="4212" y="8717"/>
                          </a:lnTo>
                          <a:lnTo>
                            <a:pt x="4087" y="8592"/>
                          </a:lnTo>
                          <a:lnTo>
                            <a:pt x="3659" y="8592"/>
                          </a:lnTo>
                          <a:lnTo>
                            <a:pt x="3659" y="8520"/>
                          </a:lnTo>
                          <a:lnTo>
                            <a:pt x="4060" y="8520"/>
                          </a:lnTo>
                          <a:lnTo>
                            <a:pt x="4247" y="8395"/>
                          </a:lnTo>
                          <a:close/>
                          <a:moveTo>
                            <a:pt x="4078" y="8610"/>
                          </a:moveTo>
                          <a:lnTo>
                            <a:pt x="4203" y="8734"/>
                          </a:lnTo>
                          <a:lnTo>
                            <a:pt x="4560" y="8734"/>
                          </a:lnTo>
                          <a:cubicBezTo>
                            <a:pt x="4551" y="8761"/>
                            <a:pt x="4551" y="8797"/>
                            <a:pt x="4551" y="8824"/>
                          </a:cubicBezTo>
                          <a:lnTo>
                            <a:pt x="4212" y="8824"/>
                          </a:lnTo>
                          <a:lnTo>
                            <a:pt x="4060" y="8690"/>
                          </a:lnTo>
                          <a:lnTo>
                            <a:pt x="3659" y="8690"/>
                          </a:lnTo>
                          <a:lnTo>
                            <a:pt x="3659" y="8610"/>
                          </a:lnTo>
                          <a:close/>
                          <a:moveTo>
                            <a:pt x="322" y="8333"/>
                          </a:moveTo>
                          <a:lnTo>
                            <a:pt x="679" y="8699"/>
                          </a:lnTo>
                          <a:lnTo>
                            <a:pt x="679" y="9002"/>
                          </a:lnTo>
                          <a:lnTo>
                            <a:pt x="581" y="9002"/>
                          </a:lnTo>
                          <a:lnTo>
                            <a:pt x="581" y="8761"/>
                          </a:lnTo>
                          <a:lnTo>
                            <a:pt x="322" y="8529"/>
                          </a:lnTo>
                          <a:lnTo>
                            <a:pt x="37" y="8529"/>
                          </a:lnTo>
                          <a:lnTo>
                            <a:pt x="37" y="8333"/>
                          </a:lnTo>
                          <a:close/>
                          <a:moveTo>
                            <a:pt x="322" y="8181"/>
                          </a:moveTo>
                          <a:lnTo>
                            <a:pt x="857" y="8699"/>
                          </a:lnTo>
                          <a:lnTo>
                            <a:pt x="857" y="9002"/>
                          </a:lnTo>
                          <a:lnTo>
                            <a:pt x="697" y="9002"/>
                          </a:lnTo>
                          <a:lnTo>
                            <a:pt x="697" y="8699"/>
                          </a:lnTo>
                          <a:lnTo>
                            <a:pt x="331" y="8315"/>
                          </a:lnTo>
                          <a:lnTo>
                            <a:pt x="37" y="8315"/>
                          </a:lnTo>
                          <a:lnTo>
                            <a:pt x="37" y="8181"/>
                          </a:lnTo>
                          <a:close/>
                          <a:moveTo>
                            <a:pt x="706" y="1856"/>
                          </a:moveTo>
                          <a:lnTo>
                            <a:pt x="706" y="1901"/>
                          </a:lnTo>
                          <a:cubicBezTo>
                            <a:pt x="706" y="1972"/>
                            <a:pt x="750" y="2035"/>
                            <a:pt x="822" y="2053"/>
                          </a:cubicBezTo>
                          <a:cubicBezTo>
                            <a:pt x="831" y="2053"/>
                            <a:pt x="848" y="2062"/>
                            <a:pt x="857" y="2062"/>
                          </a:cubicBezTo>
                          <a:lnTo>
                            <a:pt x="964" y="2062"/>
                          </a:lnTo>
                          <a:lnTo>
                            <a:pt x="964" y="2802"/>
                          </a:lnTo>
                          <a:lnTo>
                            <a:pt x="1812" y="3658"/>
                          </a:lnTo>
                          <a:lnTo>
                            <a:pt x="1812" y="4747"/>
                          </a:lnTo>
                          <a:lnTo>
                            <a:pt x="1455" y="5077"/>
                          </a:lnTo>
                          <a:lnTo>
                            <a:pt x="866" y="5077"/>
                          </a:lnTo>
                          <a:lnTo>
                            <a:pt x="866" y="5095"/>
                          </a:lnTo>
                          <a:lnTo>
                            <a:pt x="1464" y="5095"/>
                          </a:lnTo>
                          <a:lnTo>
                            <a:pt x="1830" y="4756"/>
                          </a:lnTo>
                          <a:lnTo>
                            <a:pt x="1830" y="3650"/>
                          </a:lnTo>
                          <a:lnTo>
                            <a:pt x="982" y="2793"/>
                          </a:lnTo>
                          <a:lnTo>
                            <a:pt x="982" y="2062"/>
                          </a:lnTo>
                          <a:lnTo>
                            <a:pt x="1098" y="2062"/>
                          </a:lnTo>
                          <a:lnTo>
                            <a:pt x="1098" y="2811"/>
                          </a:lnTo>
                          <a:lnTo>
                            <a:pt x="1098" y="2820"/>
                          </a:lnTo>
                          <a:lnTo>
                            <a:pt x="1946" y="3658"/>
                          </a:lnTo>
                          <a:lnTo>
                            <a:pt x="1946" y="4916"/>
                          </a:lnTo>
                          <a:lnTo>
                            <a:pt x="1589" y="5282"/>
                          </a:lnTo>
                          <a:lnTo>
                            <a:pt x="866" y="5282"/>
                          </a:lnTo>
                          <a:lnTo>
                            <a:pt x="866" y="5300"/>
                          </a:lnTo>
                          <a:lnTo>
                            <a:pt x="1607" y="5300"/>
                          </a:lnTo>
                          <a:lnTo>
                            <a:pt x="1964" y="4925"/>
                          </a:lnTo>
                          <a:lnTo>
                            <a:pt x="1964" y="3650"/>
                          </a:lnTo>
                          <a:lnTo>
                            <a:pt x="1964" y="3641"/>
                          </a:lnTo>
                          <a:lnTo>
                            <a:pt x="1116" y="2802"/>
                          </a:lnTo>
                          <a:lnTo>
                            <a:pt x="1116" y="2062"/>
                          </a:lnTo>
                          <a:lnTo>
                            <a:pt x="1232" y="2062"/>
                          </a:lnTo>
                          <a:lnTo>
                            <a:pt x="1232" y="2811"/>
                          </a:lnTo>
                          <a:lnTo>
                            <a:pt x="2276" y="3864"/>
                          </a:lnTo>
                          <a:lnTo>
                            <a:pt x="3007" y="3864"/>
                          </a:lnTo>
                          <a:lnTo>
                            <a:pt x="3132" y="3980"/>
                          </a:lnTo>
                          <a:lnTo>
                            <a:pt x="3132" y="4470"/>
                          </a:lnTo>
                          <a:lnTo>
                            <a:pt x="3150" y="4470"/>
                          </a:lnTo>
                          <a:lnTo>
                            <a:pt x="3150" y="3971"/>
                          </a:lnTo>
                          <a:lnTo>
                            <a:pt x="3016" y="3846"/>
                          </a:lnTo>
                          <a:lnTo>
                            <a:pt x="2285" y="3846"/>
                          </a:lnTo>
                          <a:lnTo>
                            <a:pt x="1250" y="2802"/>
                          </a:lnTo>
                          <a:lnTo>
                            <a:pt x="1250" y="2062"/>
                          </a:lnTo>
                          <a:lnTo>
                            <a:pt x="1348" y="2062"/>
                          </a:lnTo>
                          <a:cubicBezTo>
                            <a:pt x="1357" y="2062"/>
                            <a:pt x="1375" y="2053"/>
                            <a:pt x="1384" y="2053"/>
                          </a:cubicBezTo>
                          <a:lnTo>
                            <a:pt x="1384" y="2811"/>
                          </a:lnTo>
                          <a:lnTo>
                            <a:pt x="2195" y="3658"/>
                          </a:lnTo>
                          <a:lnTo>
                            <a:pt x="3052" y="3658"/>
                          </a:lnTo>
                          <a:lnTo>
                            <a:pt x="3364" y="3953"/>
                          </a:lnTo>
                          <a:lnTo>
                            <a:pt x="3364" y="4470"/>
                          </a:lnTo>
                          <a:lnTo>
                            <a:pt x="3168" y="4470"/>
                          </a:lnTo>
                          <a:cubicBezTo>
                            <a:pt x="3043" y="4470"/>
                            <a:pt x="2945" y="4568"/>
                            <a:pt x="2945" y="4693"/>
                          </a:cubicBezTo>
                          <a:lnTo>
                            <a:pt x="2945" y="4684"/>
                          </a:lnTo>
                          <a:lnTo>
                            <a:pt x="2401" y="4684"/>
                          </a:lnTo>
                          <a:lnTo>
                            <a:pt x="1571" y="5523"/>
                          </a:lnTo>
                          <a:lnTo>
                            <a:pt x="866" y="5523"/>
                          </a:lnTo>
                          <a:lnTo>
                            <a:pt x="866" y="5541"/>
                          </a:lnTo>
                          <a:lnTo>
                            <a:pt x="1580" y="5541"/>
                          </a:lnTo>
                          <a:lnTo>
                            <a:pt x="1580" y="5532"/>
                          </a:lnTo>
                          <a:lnTo>
                            <a:pt x="2410" y="4702"/>
                          </a:lnTo>
                          <a:lnTo>
                            <a:pt x="2945" y="4702"/>
                          </a:lnTo>
                          <a:lnTo>
                            <a:pt x="2945" y="4979"/>
                          </a:lnTo>
                          <a:lnTo>
                            <a:pt x="2401" y="4979"/>
                          </a:lnTo>
                          <a:lnTo>
                            <a:pt x="2392" y="4988"/>
                          </a:lnTo>
                          <a:lnTo>
                            <a:pt x="1625" y="5755"/>
                          </a:lnTo>
                          <a:lnTo>
                            <a:pt x="866" y="5755"/>
                          </a:lnTo>
                          <a:lnTo>
                            <a:pt x="866" y="5773"/>
                          </a:lnTo>
                          <a:lnTo>
                            <a:pt x="1633" y="5773"/>
                          </a:lnTo>
                          <a:lnTo>
                            <a:pt x="2401" y="4997"/>
                          </a:lnTo>
                          <a:lnTo>
                            <a:pt x="2945" y="4997"/>
                          </a:lnTo>
                          <a:lnTo>
                            <a:pt x="2945" y="5220"/>
                          </a:lnTo>
                          <a:lnTo>
                            <a:pt x="2499" y="5220"/>
                          </a:lnTo>
                          <a:lnTo>
                            <a:pt x="2249" y="5452"/>
                          </a:lnTo>
                          <a:cubicBezTo>
                            <a:pt x="2240" y="5443"/>
                            <a:pt x="2231" y="5434"/>
                            <a:pt x="2222" y="5434"/>
                          </a:cubicBezTo>
                          <a:cubicBezTo>
                            <a:pt x="2187" y="5434"/>
                            <a:pt x="2169" y="5460"/>
                            <a:pt x="2169" y="5487"/>
                          </a:cubicBezTo>
                          <a:cubicBezTo>
                            <a:pt x="2169" y="5523"/>
                            <a:pt x="2187" y="5541"/>
                            <a:pt x="2222" y="5541"/>
                          </a:cubicBezTo>
                          <a:cubicBezTo>
                            <a:pt x="2249" y="5541"/>
                            <a:pt x="2276" y="5523"/>
                            <a:pt x="2276" y="5487"/>
                          </a:cubicBezTo>
                          <a:cubicBezTo>
                            <a:pt x="2276" y="5478"/>
                            <a:pt x="2267" y="5469"/>
                            <a:pt x="2267" y="5460"/>
                          </a:cubicBezTo>
                          <a:lnTo>
                            <a:pt x="2508" y="5237"/>
                          </a:lnTo>
                          <a:lnTo>
                            <a:pt x="2945" y="5237"/>
                          </a:lnTo>
                          <a:lnTo>
                            <a:pt x="2945" y="5362"/>
                          </a:lnTo>
                          <a:cubicBezTo>
                            <a:pt x="2945" y="5389"/>
                            <a:pt x="2954" y="5416"/>
                            <a:pt x="2963" y="5443"/>
                          </a:cubicBezTo>
                          <a:lnTo>
                            <a:pt x="2517" y="5443"/>
                          </a:lnTo>
                          <a:lnTo>
                            <a:pt x="2160" y="5782"/>
                          </a:lnTo>
                          <a:cubicBezTo>
                            <a:pt x="2151" y="5773"/>
                            <a:pt x="2142" y="5773"/>
                            <a:pt x="2133" y="5773"/>
                          </a:cubicBezTo>
                          <a:cubicBezTo>
                            <a:pt x="2097" y="5773"/>
                            <a:pt x="2079" y="5791"/>
                            <a:pt x="2079" y="5826"/>
                          </a:cubicBezTo>
                          <a:cubicBezTo>
                            <a:pt x="2079" y="5853"/>
                            <a:pt x="2097" y="5880"/>
                            <a:pt x="2133" y="5880"/>
                          </a:cubicBezTo>
                          <a:cubicBezTo>
                            <a:pt x="2160" y="5880"/>
                            <a:pt x="2187" y="5853"/>
                            <a:pt x="2187" y="5826"/>
                          </a:cubicBezTo>
                          <a:cubicBezTo>
                            <a:pt x="2187" y="5808"/>
                            <a:pt x="2178" y="5799"/>
                            <a:pt x="2169" y="5791"/>
                          </a:cubicBezTo>
                          <a:lnTo>
                            <a:pt x="2526" y="5460"/>
                          </a:lnTo>
                          <a:lnTo>
                            <a:pt x="2972" y="5460"/>
                          </a:lnTo>
                          <a:lnTo>
                            <a:pt x="2972" y="5452"/>
                          </a:lnTo>
                          <a:cubicBezTo>
                            <a:pt x="2998" y="5523"/>
                            <a:pt x="3079" y="5576"/>
                            <a:pt x="3168" y="5576"/>
                          </a:cubicBezTo>
                          <a:lnTo>
                            <a:pt x="3159" y="5576"/>
                          </a:lnTo>
                          <a:lnTo>
                            <a:pt x="3150" y="5951"/>
                          </a:lnTo>
                          <a:lnTo>
                            <a:pt x="3159" y="5960"/>
                          </a:lnTo>
                          <a:lnTo>
                            <a:pt x="4051" y="6879"/>
                          </a:lnTo>
                          <a:lnTo>
                            <a:pt x="4604" y="6879"/>
                          </a:lnTo>
                          <a:cubicBezTo>
                            <a:pt x="4586" y="6941"/>
                            <a:pt x="4560" y="6995"/>
                            <a:pt x="4542" y="7048"/>
                          </a:cubicBezTo>
                          <a:lnTo>
                            <a:pt x="3962" y="7048"/>
                          </a:lnTo>
                          <a:lnTo>
                            <a:pt x="3212" y="6281"/>
                          </a:lnTo>
                          <a:cubicBezTo>
                            <a:pt x="3221" y="6254"/>
                            <a:pt x="3212" y="6219"/>
                            <a:pt x="3186" y="6210"/>
                          </a:cubicBezTo>
                          <a:cubicBezTo>
                            <a:pt x="3176" y="6204"/>
                            <a:pt x="3166" y="6201"/>
                            <a:pt x="3155" y="6201"/>
                          </a:cubicBezTo>
                          <a:cubicBezTo>
                            <a:pt x="3137" y="6201"/>
                            <a:pt x="3120" y="6210"/>
                            <a:pt x="3114" y="6228"/>
                          </a:cubicBezTo>
                          <a:cubicBezTo>
                            <a:pt x="3096" y="6254"/>
                            <a:pt x="3114" y="6290"/>
                            <a:pt x="3141" y="6299"/>
                          </a:cubicBezTo>
                          <a:cubicBezTo>
                            <a:pt x="3148" y="6303"/>
                            <a:pt x="3156" y="6305"/>
                            <a:pt x="3163" y="6305"/>
                          </a:cubicBezTo>
                          <a:cubicBezTo>
                            <a:pt x="3174" y="6305"/>
                            <a:pt x="3184" y="6301"/>
                            <a:pt x="3195" y="6290"/>
                          </a:cubicBezTo>
                          <a:lnTo>
                            <a:pt x="3953" y="7075"/>
                          </a:lnTo>
                          <a:lnTo>
                            <a:pt x="4542" y="7075"/>
                          </a:lnTo>
                          <a:cubicBezTo>
                            <a:pt x="4524" y="7129"/>
                            <a:pt x="4506" y="7191"/>
                            <a:pt x="4497" y="7236"/>
                          </a:cubicBezTo>
                          <a:lnTo>
                            <a:pt x="3810" y="7236"/>
                          </a:lnTo>
                          <a:lnTo>
                            <a:pt x="2838" y="6281"/>
                          </a:lnTo>
                          <a:cubicBezTo>
                            <a:pt x="2847" y="6272"/>
                            <a:pt x="2847" y="6263"/>
                            <a:pt x="2847" y="6254"/>
                          </a:cubicBezTo>
                          <a:cubicBezTo>
                            <a:pt x="2847" y="6228"/>
                            <a:pt x="2820" y="6201"/>
                            <a:pt x="2793" y="6201"/>
                          </a:cubicBezTo>
                          <a:cubicBezTo>
                            <a:pt x="2766" y="6201"/>
                            <a:pt x="2740" y="6228"/>
                            <a:pt x="2740" y="6254"/>
                          </a:cubicBezTo>
                          <a:cubicBezTo>
                            <a:pt x="2740" y="6281"/>
                            <a:pt x="2766" y="6308"/>
                            <a:pt x="2793" y="6308"/>
                          </a:cubicBezTo>
                          <a:cubicBezTo>
                            <a:pt x="2811" y="6308"/>
                            <a:pt x="2820" y="6299"/>
                            <a:pt x="2829" y="6290"/>
                          </a:cubicBezTo>
                          <a:lnTo>
                            <a:pt x="3801" y="7254"/>
                          </a:lnTo>
                          <a:lnTo>
                            <a:pt x="4488" y="7254"/>
                          </a:lnTo>
                          <a:cubicBezTo>
                            <a:pt x="4488" y="7271"/>
                            <a:pt x="4488" y="7280"/>
                            <a:pt x="4479" y="7289"/>
                          </a:cubicBezTo>
                          <a:cubicBezTo>
                            <a:pt x="4470" y="7334"/>
                            <a:pt x="4470" y="7396"/>
                            <a:pt x="4470" y="7450"/>
                          </a:cubicBezTo>
                          <a:lnTo>
                            <a:pt x="3685" y="7450"/>
                          </a:lnTo>
                          <a:lnTo>
                            <a:pt x="2508" y="6281"/>
                          </a:lnTo>
                          <a:cubicBezTo>
                            <a:pt x="2508" y="6272"/>
                            <a:pt x="2517" y="6263"/>
                            <a:pt x="2517" y="6254"/>
                          </a:cubicBezTo>
                          <a:cubicBezTo>
                            <a:pt x="2517" y="6228"/>
                            <a:pt x="2490" y="6201"/>
                            <a:pt x="2463" y="6201"/>
                          </a:cubicBezTo>
                          <a:cubicBezTo>
                            <a:pt x="2427" y="6201"/>
                            <a:pt x="2410" y="6228"/>
                            <a:pt x="2410" y="6254"/>
                          </a:cubicBezTo>
                          <a:cubicBezTo>
                            <a:pt x="2410" y="6281"/>
                            <a:pt x="2427" y="6308"/>
                            <a:pt x="2463" y="6308"/>
                          </a:cubicBezTo>
                          <a:cubicBezTo>
                            <a:pt x="2472" y="6308"/>
                            <a:pt x="2490" y="6299"/>
                            <a:pt x="2499" y="6290"/>
                          </a:cubicBezTo>
                          <a:lnTo>
                            <a:pt x="3676" y="7468"/>
                          </a:lnTo>
                          <a:lnTo>
                            <a:pt x="4470" y="7468"/>
                          </a:lnTo>
                          <a:cubicBezTo>
                            <a:pt x="4470" y="7503"/>
                            <a:pt x="4470" y="7539"/>
                            <a:pt x="4470" y="7575"/>
                          </a:cubicBezTo>
                          <a:lnTo>
                            <a:pt x="3899" y="7575"/>
                          </a:lnTo>
                          <a:cubicBezTo>
                            <a:pt x="3899" y="7566"/>
                            <a:pt x="3890" y="7548"/>
                            <a:pt x="3873" y="7539"/>
                          </a:cubicBezTo>
                          <a:cubicBezTo>
                            <a:pt x="3865" y="7534"/>
                            <a:pt x="3857" y="7532"/>
                            <a:pt x="3849" y="7532"/>
                          </a:cubicBezTo>
                          <a:cubicBezTo>
                            <a:pt x="3828" y="7532"/>
                            <a:pt x="3808" y="7547"/>
                            <a:pt x="3801" y="7566"/>
                          </a:cubicBezTo>
                          <a:cubicBezTo>
                            <a:pt x="3783" y="7593"/>
                            <a:pt x="3801" y="7619"/>
                            <a:pt x="3828" y="7637"/>
                          </a:cubicBezTo>
                          <a:cubicBezTo>
                            <a:pt x="3835" y="7639"/>
                            <a:pt x="3841" y="7641"/>
                            <a:pt x="3848" y="7641"/>
                          </a:cubicBezTo>
                          <a:cubicBezTo>
                            <a:pt x="3868" y="7641"/>
                            <a:pt x="3886" y="7631"/>
                            <a:pt x="3899" y="7610"/>
                          </a:cubicBezTo>
                          <a:cubicBezTo>
                            <a:pt x="3899" y="7602"/>
                            <a:pt x="3899" y="7602"/>
                            <a:pt x="3899" y="7593"/>
                          </a:cubicBezTo>
                          <a:lnTo>
                            <a:pt x="4470" y="7593"/>
                          </a:lnTo>
                          <a:cubicBezTo>
                            <a:pt x="4470" y="7646"/>
                            <a:pt x="4479" y="7700"/>
                            <a:pt x="4479" y="7753"/>
                          </a:cubicBezTo>
                          <a:lnTo>
                            <a:pt x="4042" y="7753"/>
                          </a:lnTo>
                          <a:cubicBezTo>
                            <a:pt x="4042" y="7735"/>
                            <a:pt x="4033" y="7717"/>
                            <a:pt x="4015" y="7709"/>
                          </a:cubicBezTo>
                          <a:cubicBezTo>
                            <a:pt x="4009" y="7706"/>
                            <a:pt x="4002" y="7705"/>
                            <a:pt x="3995" y="7705"/>
                          </a:cubicBezTo>
                          <a:cubicBezTo>
                            <a:pt x="3976" y="7705"/>
                            <a:pt x="3957" y="7715"/>
                            <a:pt x="3944" y="7735"/>
                          </a:cubicBezTo>
                          <a:cubicBezTo>
                            <a:pt x="3935" y="7762"/>
                            <a:pt x="3944" y="7789"/>
                            <a:pt x="3971" y="7807"/>
                          </a:cubicBezTo>
                          <a:cubicBezTo>
                            <a:pt x="3977" y="7809"/>
                            <a:pt x="3984" y="7810"/>
                            <a:pt x="3991" y="7810"/>
                          </a:cubicBezTo>
                          <a:cubicBezTo>
                            <a:pt x="4010" y="7810"/>
                            <a:pt x="4029" y="7800"/>
                            <a:pt x="4042" y="7780"/>
                          </a:cubicBezTo>
                          <a:cubicBezTo>
                            <a:pt x="4042" y="7780"/>
                            <a:pt x="4042" y="7771"/>
                            <a:pt x="4042" y="7771"/>
                          </a:cubicBezTo>
                          <a:lnTo>
                            <a:pt x="4488" y="7771"/>
                          </a:lnTo>
                          <a:cubicBezTo>
                            <a:pt x="4488" y="7816"/>
                            <a:pt x="4497" y="7869"/>
                            <a:pt x="4497" y="7923"/>
                          </a:cubicBezTo>
                          <a:lnTo>
                            <a:pt x="4176" y="7923"/>
                          </a:lnTo>
                          <a:cubicBezTo>
                            <a:pt x="4176" y="7914"/>
                            <a:pt x="4167" y="7896"/>
                            <a:pt x="4149" y="7887"/>
                          </a:cubicBezTo>
                          <a:cubicBezTo>
                            <a:pt x="4142" y="7885"/>
                            <a:pt x="4135" y="7884"/>
                            <a:pt x="4128" y="7884"/>
                          </a:cubicBezTo>
                          <a:cubicBezTo>
                            <a:pt x="4106" y="7884"/>
                            <a:pt x="4084" y="7894"/>
                            <a:pt x="4078" y="7914"/>
                          </a:cubicBezTo>
                          <a:cubicBezTo>
                            <a:pt x="4060" y="7941"/>
                            <a:pt x="4078" y="7967"/>
                            <a:pt x="4105" y="7985"/>
                          </a:cubicBezTo>
                          <a:cubicBezTo>
                            <a:pt x="4109" y="7987"/>
                            <a:pt x="4115" y="7988"/>
                            <a:pt x="4121" y="7988"/>
                          </a:cubicBezTo>
                          <a:cubicBezTo>
                            <a:pt x="4139" y="7988"/>
                            <a:pt x="4163" y="7978"/>
                            <a:pt x="4176" y="7958"/>
                          </a:cubicBezTo>
                          <a:cubicBezTo>
                            <a:pt x="4176" y="7958"/>
                            <a:pt x="4176" y="7949"/>
                            <a:pt x="4176" y="7941"/>
                          </a:cubicBezTo>
                          <a:lnTo>
                            <a:pt x="4506" y="7941"/>
                          </a:lnTo>
                          <a:cubicBezTo>
                            <a:pt x="4506" y="7976"/>
                            <a:pt x="4506" y="8003"/>
                            <a:pt x="4515" y="8039"/>
                          </a:cubicBezTo>
                          <a:cubicBezTo>
                            <a:pt x="4515" y="8056"/>
                            <a:pt x="4515" y="8083"/>
                            <a:pt x="4515" y="8101"/>
                          </a:cubicBezTo>
                          <a:lnTo>
                            <a:pt x="4328" y="8101"/>
                          </a:lnTo>
                          <a:cubicBezTo>
                            <a:pt x="4328" y="8083"/>
                            <a:pt x="4310" y="8074"/>
                            <a:pt x="4301" y="8065"/>
                          </a:cubicBezTo>
                          <a:cubicBezTo>
                            <a:pt x="4291" y="8059"/>
                            <a:pt x="4281" y="8056"/>
                            <a:pt x="4271" y="8056"/>
                          </a:cubicBezTo>
                          <a:cubicBezTo>
                            <a:pt x="4252" y="8056"/>
                            <a:pt x="4235" y="8066"/>
                            <a:pt x="4229" y="8083"/>
                          </a:cubicBezTo>
                          <a:cubicBezTo>
                            <a:pt x="4212" y="8110"/>
                            <a:pt x="4221" y="8146"/>
                            <a:pt x="4247" y="8155"/>
                          </a:cubicBezTo>
                          <a:cubicBezTo>
                            <a:pt x="4257" y="8161"/>
                            <a:pt x="4267" y="8164"/>
                            <a:pt x="4278" y="8164"/>
                          </a:cubicBezTo>
                          <a:cubicBezTo>
                            <a:pt x="4296" y="8164"/>
                            <a:pt x="4313" y="8154"/>
                            <a:pt x="4319" y="8137"/>
                          </a:cubicBezTo>
                          <a:cubicBezTo>
                            <a:pt x="4328" y="8128"/>
                            <a:pt x="4328" y="8128"/>
                            <a:pt x="4328" y="8119"/>
                          </a:cubicBezTo>
                          <a:lnTo>
                            <a:pt x="4524" y="8119"/>
                          </a:lnTo>
                          <a:cubicBezTo>
                            <a:pt x="4524" y="8164"/>
                            <a:pt x="4533" y="8199"/>
                            <a:pt x="4533" y="8244"/>
                          </a:cubicBezTo>
                          <a:lnTo>
                            <a:pt x="4247" y="8244"/>
                          </a:lnTo>
                          <a:lnTo>
                            <a:pt x="4051" y="8378"/>
                          </a:lnTo>
                          <a:lnTo>
                            <a:pt x="3659" y="8378"/>
                          </a:lnTo>
                          <a:lnTo>
                            <a:pt x="3659" y="8387"/>
                          </a:lnTo>
                          <a:cubicBezTo>
                            <a:pt x="3650" y="8342"/>
                            <a:pt x="3605" y="8315"/>
                            <a:pt x="3560" y="8315"/>
                          </a:cubicBezTo>
                          <a:lnTo>
                            <a:pt x="3534" y="8315"/>
                          </a:lnTo>
                          <a:lnTo>
                            <a:pt x="3534" y="7753"/>
                          </a:lnTo>
                          <a:lnTo>
                            <a:pt x="1803" y="6014"/>
                          </a:lnTo>
                          <a:lnTo>
                            <a:pt x="866" y="6014"/>
                          </a:lnTo>
                          <a:lnTo>
                            <a:pt x="866" y="6031"/>
                          </a:lnTo>
                          <a:lnTo>
                            <a:pt x="1794" y="6031"/>
                          </a:lnTo>
                          <a:lnTo>
                            <a:pt x="3516" y="7762"/>
                          </a:lnTo>
                          <a:lnTo>
                            <a:pt x="3516" y="8315"/>
                          </a:lnTo>
                          <a:lnTo>
                            <a:pt x="3257" y="8315"/>
                          </a:lnTo>
                          <a:cubicBezTo>
                            <a:pt x="3212" y="8315"/>
                            <a:pt x="3177" y="8342"/>
                            <a:pt x="3168" y="8387"/>
                          </a:cubicBezTo>
                          <a:lnTo>
                            <a:pt x="3168" y="8378"/>
                          </a:lnTo>
                          <a:lnTo>
                            <a:pt x="2517" y="8378"/>
                          </a:lnTo>
                          <a:lnTo>
                            <a:pt x="2276" y="8627"/>
                          </a:lnTo>
                          <a:lnTo>
                            <a:pt x="2276" y="9145"/>
                          </a:lnTo>
                          <a:lnTo>
                            <a:pt x="1910" y="9493"/>
                          </a:lnTo>
                          <a:lnTo>
                            <a:pt x="1268" y="9493"/>
                          </a:lnTo>
                          <a:lnTo>
                            <a:pt x="1268" y="9404"/>
                          </a:lnTo>
                          <a:lnTo>
                            <a:pt x="1794" y="9404"/>
                          </a:lnTo>
                          <a:lnTo>
                            <a:pt x="2133" y="9038"/>
                          </a:lnTo>
                          <a:lnTo>
                            <a:pt x="2133" y="7396"/>
                          </a:lnTo>
                          <a:lnTo>
                            <a:pt x="1241" y="6513"/>
                          </a:lnTo>
                          <a:lnTo>
                            <a:pt x="866" y="6513"/>
                          </a:lnTo>
                          <a:lnTo>
                            <a:pt x="866" y="6531"/>
                          </a:lnTo>
                          <a:lnTo>
                            <a:pt x="1232" y="6531"/>
                          </a:lnTo>
                          <a:lnTo>
                            <a:pt x="2115" y="7405"/>
                          </a:lnTo>
                          <a:lnTo>
                            <a:pt x="2115" y="9029"/>
                          </a:lnTo>
                          <a:lnTo>
                            <a:pt x="1785" y="9386"/>
                          </a:lnTo>
                          <a:lnTo>
                            <a:pt x="1268" y="9386"/>
                          </a:lnTo>
                          <a:lnTo>
                            <a:pt x="1268" y="9198"/>
                          </a:lnTo>
                          <a:lnTo>
                            <a:pt x="1669" y="9198"/>
                          </a:lnTo>
                          <a:lnTo>
                            <a:pt x="1892" y="8975"/>
                          </a:lnTo>
                          <a:lnTo>
                            <a:pt x="1892" y="7396"/>
                          </a:lnTo>
                          <a:lnTo>
                            <a:pt x="1883" y="7396"/>
                          </a:lnTo>
                          <a:lnTo>
                            <a:pt x="1241" y="6763"/>
                          </a:lnTo>
                          <a:lnTo>
                            <a:pt x="839" y="6763"/>
                          </a:lnTo>
                          <a:lnTo>
                            <a:pt x="839" y="6781"/>
                          </a:lnTo>
                          <a:lnTo>
                            <a:pt x="1232" y="6781"/>
                          </a:lnTo>
                          <a:lnTo>
                            <a:pt x="1874" y="7405"/>
                          </a:lnTo>
                          <a:lnTo>
                            <a:pt x="1874" y="8975"/>
                          </a:lnTo>
                          <a:lnTo>
                            <a:pt x="1660" y="9181"/>
                          </a:lnTo>
                          <a:lnTo>
                            <a:pt x="1268" y="9181"/>
                          </a:lnTo>
                          <a:lnTo>
                            <a:pt x="1268" y="9154"/>
                          </a:lnTo>
                          <a:cubicBezTo>
                            <a:pt x="1268" y="9082"/>
                            <a:pt x="1223" y="9029"/>
                            <a:pt x="1170" y="9011"/>
                          </a:cubicBezTo>
                          <a:lnTo>
                            <a:pt x="1170" y="8128"/>
                          </a:lnTo>
                          <a:lnTo>
                            <a:pt x="1170" y="8119"/>
                          </a:lnTo>
                          <a:lnTo>
                            <a:pt x="420" y="7396"/>
                          </a:lnTo>
                          <a:lnTo>
                            <a:pt x="420" y="7173"/>
                          </a:lnTo>
                          <a:cubicBezTo>
                            <a:pt x="438" y="7173"/>
                            <a:pt x="456" y="7164"/>
                            <a:pt x="465" y="7147"/>
                          </a:cubicBezTo>
                          <a:cubicBezTo>
                            <a:pt x="474" y="7120"/>
                            <a:pt x="465" y="7084"/>
                            <a:pt x="438" y="7075"/>
                          </a:cubicBezTo>
                          <a:cubicBezTo>
                            <a:pt x="429" y="7069"/>
                            <a:pt x="419" y="7066"/>
                            <a:pt x="410" y="7066"/>
                          </a:cubicBezTo>
                          <a:cubicBezTo>
                            <a:pt x="393" y="7066"/>
                            <a:pt x="378" y="7076"/>
                            <a:pt x="367" y="7093"/>
                          </a:cubicBezTo>
                          <a:cubicBezTo>
                            <a:pt x="358" y="7120"/>
                            <a:pt x="367" y="7155"/>
                            <a:pt x="393" y="7164"/>
                          </a:cubicBezTo>
                          <a:cubicBezTo>
                            <a:pt x="393" y="7173"/>
                            <a:pt x="402" y="7173"/>
                            <a:pt x="402" y="7173"/>
                          </a:cubicBezTo>
                          <a:lnTo>
                            <a:pt x="402" y="7396"/>
                          </a:lnTo>
                          <a:lnTo>
                            <a:pt x="411" y="7405"/>
                          </a:lnTo>
                          <a:lnTo>
                            <a:pt x="1152" y="8137"/>
                          </a:lnTo>
                          <a:lnTo>
                            <a:pt x="1152" y="9002"/>
                          </a:lnTo>
                          <a:lnTo>
                            <a:pt x="1027" y="9002"/>
                          </a:lnTo>
                          <a:lnTo>
                            <a:pt x="1027" y="8190"/>
                          </a:lnTo>
                          <a:lnTo>
                            <a:pt x="251" y="7432"/>
                          </a:lnTo>
                          <a:lnTo>
                            <a:pt x="251" y="7120"/>
                          </a:lnTo>
                          <a:cubicBezTo>
                            <a:pt x="260" y="7120"/>
                            <a:pt x="277" y="7111"/>
                            <a:pt x="286" y="7093"/>
                          </a:cubicBezTo>
                          <a:cubicBezTo>
                            <a:pt x="304" y="7066"/>
                            <a:pt x="286" y="7039"/>
                            <a:pt x="260" y="7022"/>
                          </a:cubicBezTo>
                          <a:cubicBezTo>
                            <a:pt x="253" y="7019"/>
                            <a:pt x="246" y="7018"/>
                            <a:pt x="240" y="7018"/>
                          </a:cubicBezTo>
                          <a:cubicBezTo>
                            <a:pt x="220" y="7018"/>
                            <a:pt x="202" y="7028"/>
                            <a:pt x="188" y="7048"/>
                          </a:cubicBezTo>
                          <a:cubicBezTo>
                            <a:pt x="179" y="7075"/>
                            <a:pt x="188" y="7102"/>
                            <a:pt x="215" y="7120"/>
                          </a:cubicBezTo>
                          <a:lnTo>
                            <a:pt x="233" y="7120"/>
                          </a:lnTo>
                          <a:lnTo>
                            <a:pt x="233" y="7441"/>
                          </a:lnTo>
                          <a:lnTo>
                            <a:pt x="1009" y="8199"/>
                          </a:lnTo>
                          <a:lnTo>
                            <a:pt x="1009" y="9002"/>
                          </a:lnTo>
                          <a:lnTo>
                            <a:pt x="875" y="9002"/>
                          </a:lnTo>
                          <a:lnTo>
                            <a:pt x="875" y="8699"/>
                          </a:lnTo>
                          <a:lnTo>
                            <a:pt x="875" y="8690"/>
                          </a:lnTo>
                          <a:lnTo>
                            <a:pt x="331" y="8164"/>
                          </a:lnTo>
                          <a:lnTo>
                            <a:pt x="37" y="8164"/>
                          </a:lnTo>
                          <a:lnTo>
                            <a:pt x="37" y="4372"/>
                          </a:lnTo>
                          <a:lnTo>
                            <a:pt x="804" y="4372"/>
                          </a:lnTo>
                          <a:lnTo>
                            <a:pt x="1205" y="3953"/>
                          </a:lnTo>
                          <a:cubicBezTo>
                            <a:pt x="1214" y="3962"/>
                            <a:pt x="1223" y="3971"/>
                            <a:pt x="1241" y="3971"/>
                          </a:cubicBezTo>
                          <a:cubicBezTo>
                            <a:pt x="1268" y="3971"/>
                            <a:pt x="1294" y="3944"/>
                            <a:pt x="1294" y="3917"/>
                          </a:cubicBezTo>
                          <a:cubicBezTo>
                            <a:pt x="1294" y="3881"/>
                            <a:pt x="1268" y="3864"/>
                            <a:pt x="1241" y="3864"/>
                          </a:cubicBezTo>
                          <a:cubicBezTo>
                            <a:pt x="1205" y="3864"/>
                            <a:pt x="1187" y="3881"/>
                            <a:pt x="1187" y="3917"/>
                          </a:cubicBezTo>
                          <a:cubicBezTo>
                            <a:pt x="1187" y="3926"/>
                            <a:pt x="1187" y="3935"/>
                            <a:pt x="1196" y="3944"/>
                          </a:cubicBezTo>
                          <a:lnTo>
                            <a:pt x="795" y="4354"/>
                          </a:lnTo>
                          <a:lnTo>
                            <a:pt x="37" y="4354"/>
                          </a:lnTo>
                          <a:lnTo>
                            <a:pt x="37" y="4256"/>
                          </a:lnTo>
                          <a:lnTo>
                            <a:pt x="715" y="4256"/>
                          </a:lnTo>
                          <a:lnTo>
                            <a:pt x="1000" y="3962"/>
                          </a:lnTo>
                          <a:cubicBezTo>
                            <a:pt x="1009" y="3962"/>
                            <a:pt x="1018" y="3971"/>
                            <a:pt x="1027" y="3971"/>
                          </a:cubicBezTo>
                          <a:cubicBezTo>
                            <a:pt x="1054" y="3971"/>
                            <a:pt x="1080" y="3944"/>
                            <a:pt x="1080" y="3917"/>
                          </a:cubicBezTo>
                          <a:cubicBezTo>
                            <a:pt x="1080" y="3881"/>
                            <a:pt x="1054" y="3864"/>
                            <a:pt x="1027" y="3864"/>
                          </a:cubicBezTo>
                          <a:cubicBezTo>
                            <a:pt x="991" y="3864"/>
                            <a:pt x="973" y="3881"/>
                            <a:pt x="973" y="3917"/>
                          </a:cubicBezTo>
                          <a:cubicBezTo>
                            <a:pt x="973" y="3926"/>
                            <a:pt x="973" y="3944"/>
                            <a:pt x="982" y="3953"/>
                          </a:cubicBezTo>
                          <a:lnTo>
                            <a:pt x="706" y="4238"/>
                          </a:lnTo>
                          <a:lnTo>
                            <a:pt x="37" y="4238"/>
                          </a:lnTo>
                          <a:lnTo>
                            <a:pt x="37" y="4122"/>
                          </a:lnTo>
                          <a:lnTo>
                            <a:pt x="616" y="4122"/>
                          </a:lnTo>
                          <a:lnTo>
                            <a:pt x="768" y="3962"/>
                          </a:lnTo>
                          <a:cubicBezTo>
                            <a:pt x="777" y="3962"/>
                            <a:pt x="786" y="3971"/>
                            <a:pt x="804" y="3971"/>
                          </a:cubicBezTo>
                          <a:cubicBezTo>
                            <a:pt x="831" y="3971"/>
                            <a:pt x="857" y="3944"/>
                            <a:pt x="857" y="3917"/>
                          </a:cubicBezTo>
                          <a:cubicBezTo>
                            <a:pt x="857" y="3881"/>
                            <a:pt x="831" y="3864"/>
                            <a:pt x="804" y="3864"/>
                          </a:cubicBezTo>
                          <a:cubicBezTo>
                            <a:pt x="768" y="3864"/>
                            <a:pt x="750" y="3881"/>
                            <a:pt x="750" y="3917"/>
                          </a:cubicBezTo>
                          <a:cubicBezTo>
                            <a:pt x="750" y="3926"/>
                            <a:pt x="750" y="3935"/>
                            <a:pt x="759" y="3944"/>
                          </a:cubicBezTo>
                          <a:lnTo>
                            <a:pt x="608" y="4104"/>
                          </a:lnTo>
                          <a:lnTo>
                            <a:pt x="37" y="4104"/>
                          </a:lnTo>
                          <a:lnTo>
                            <a:pt x="37" y="3453"/>
                          </a:lnTo>
                          <a:lnTo>
                            <a:pt x="313" y="3453"/>
                          </a:lnTo>
                          <a:lnTo>
                            <a:pt x="465" y="3578"/>
                          </a:lnTo>
                          <a:cubicBezTo>
                            <a:pt x="456" y="3587"/>
                            <a:pt x="447" y="3605"/>
                            <a:pt x="447" y="3614"/>
                          </a:cubicBezTo>
                          <a:cubicBezTo>
                            <a:pt x="447" y="3650"/>
                            <a:pt x="474" y="3667"/>
                            <a:pt x="500" y="3667"/>
                          </a:cubicBezTo>
                          <a:cubicBezTo>
                            <a:pt x="536" y="3667"/>
                            <a:pt x="554" y="3650"/>
                            <a:pt x="554" y="3614"/>
                          </a:cubicBezTo>
                          <a:cubicBezTo>
                            <a:pt x="554" y="3587"/>
                            <a:pt x="536" y="3560"/>
                            <a:pt x="500" y="3560"/>
                          </a:cubicBezTo>
                          <a:cubicBezTo>
                            <a:pt x="492" y="3560"/>
                            <a:pt x="483" y="3569"/>
                            <a:pt x="483" y="3569"/>
                          </a:cubicBezTo>
                          <a:lnTo>
                            <a:pt x="322" y="3435"/>
                          </a:lnTo>
                          <a:lnTo>
                            <a:pt x="37" y="3435"/>
                          </a:lnTo>
                          <a:lnTo>
                            <a:pt x="37" y="3355"/>
                          </a:lnTo>
                          <a:lnTo>
                            <a:pt x="447" y="3355"/>
                          </a:lnTo>
                          <a:lnTo>
                            <a:pt x="706" y="3587"/>
                          </a:lnTo>
                          <a:cubicBezTo>
                            <a:pt x="697" y="3596"/>
                            <a:pt x="697" y="3605"/>
                            <a:pt x="697" y="3614"/>
                          </a:cubicBezTo>
                          <a:cubicBezTo>
                            <a:pt x="697" y="3650"/>
                            <a:pt x="715" y="3667"/>
                            <a:pt x="750" y="3667"/>
                          </a:cubicBezTo>
                          <a:cubicBezTo>
                            <a:pt x="777" y="3667"/>
                            <a:pt x="804" y="3650"/>
                            <a:pt x="804" y="3614"/>
                          </a:cubicBezTo>
                          <a:cubicBezTo>
                            <a:pt x="804" y="3587"/>
                            <a:pt x="777" y="3560"/>
                            <a:pt x="750" y="3560"/>
                          </a:cubicBezTo>
                          <a:cubicBezTo>
                            <a:pt x="732" y="3560"/>
                            <a:pt x="723" y="3569"/>
                            <a:pt x="715" y="3569"/>
                          </a:cubicBezTo>
                          <a:lnTo>
                            <a:pt x="456" y="3337"/>
                          </a:lnTo>
                          <a:lnTo>
                            <a:pt x="37" y="3337"/>
                          </a:lnTo>
                          <a:lnTo>
                            <a:pt x="37" y="3186"/>
                          </a:lnTo>
                          <a:lnTo>
                            <a:pt x="518" y="3186"/>
                          </a:lnTo>
                          <a:lnTo>
                            <a:pt x="947" y="3587"/>
                          </a:lnTo>
                          <a:cubicBezTo>
                            <a:pt x="938" y="3596"/>
                            <a:pt x="938" y="3605"/>
                            <a:pt x="938" y="3614"/>
                          </a:cubicBezTo>
                          <a:cubicBezTo>
                            <a:pt x="938" y="3650"/>
                            <a:pt x="964" y="3667"/>
                            <a:pt x="991" y="3667"/>
                          </a:cubicBezTo>
                          <a:cubicBezTo>
                            <a:pt x="1018" y="3667"/>
                            <a:pt x="1045" y="3650"/>
                            <a:pt x="1045" y="3614"/>
                          </a:cubicBezTo>
                          <a:cubicBezTo>
                            <a:pt x="1045" y="3587"/>
                            <a:pt x="1018" y="3560"/>
                            <a:pt x="991" y="3560"/>
                          </a:cubicBezTo>
                          <a:cubicBezTo>
                            <a:pt x="973" y="3560"/>
                            <a:pt x="964" y="3569"/>
                            <a:pt x="955" y="3578"/>
                          </a:cubicBezTo>
                          <a:lnTo>
                            <a:pt x="527" y="3168"/>
                          </a:lnTo>
                          <a:lnTo>
                            <a:pt x="37" y="3168"/>
                          </a:lnTo>
                          <a:lnTo>
                            <a:pt x="37" y="1946"/>
                          </a:lnTo>
                          <a:lnTo>
                            <a:pt x="286" y="1946"/>
                          </a:lnTo>
                          <a:lnTo>
                            <a:pt x="393" y="1856"/>
                          </a:lnTo>
                          <a:close/>
                          <a:moveTo>
                            <a:pt x="4051" y="8708"/>
                          </a:moveTo>
                          <a:lnTo>
                            <a:pt x="4203" y="8842"/>
                          </a:lnTo>
                          <a:lnTo>
                            <a:pt x="4542" y="8842"/>
                          </a:lnTo>
                          <a:cubicBezTo>
                            <a:pt x="4542" y="8895"/>
                            <a:pt x="4524" y="8949"/>
                            <a:pt x="4506" y="8993"/>
                          </a:cubicBezTo>
                          <a:cubicBezTo>
                            <a:pt x="4399" y="9279"/>
                            <a:pt x="4149" y="9644"/>
                            <a:pt x="3828" y="9983"/>
                          </a:cubicBezTo>
                          <a:lnTo>
                            <a:pt x="3828" y="9279"/>
                          </a:lnTo>
                          <a:lnTo>
                            <a:pt x="3614" y="9056"/>
                          </a:lnTo>
                          <a:lnTo>
                            <a:pt x="3614" y="8797"/>
                          </a:lnTo>
                          <a:lnTo>
                            <a:pt x="3605" y="8797"/>
                          </a:lnTo>
                          <a:cubicBezTo>
                            <a:pt x="3632" y="8788"/>
                            <a:pt x="3659" y="8752"/>
                            <a:pt x="3659" y="8708"/>
                          </a:cubicBezTo>
                          <a:close/>
                          <a:moveTo>
                            <a:pt x="3596" y="8806"/>
                          </a:moveTo>
                          <a:lnTo>
                            <a:pt x="3596" y="9056"/>
                          </a:lnTo>
                          <a:lnTo>
                            <a:pt x="3810" y="9279"/>
                          </a:lnTo>
                          <a:lnTo>
                            <a:pt x="3810" y="10010"/>
                          </a:lnTo>
                          <a:cubicBezTo>
                            <a:pt x="3792" y="10037"/>
                            <a:pt x="3766" y="10064"/>
                            <a:pt x="3739" y="10090"/>
                          </a:cubicBezTo>
                          <a:lnTo>
                            <a:pt x="3739" y="9305"/>
                          </a:lnTo>
                          <a:lnTo>
                            <a:pt x="3516" y="9091"/>
                          </a:lnTo>
                          <a:lnTo>
                            <a:pt x="3516" y="8806"/>
                          </a:lnTo>
                          <a:close/>
                          <a:moveTo>
                            <a:pt x="3498" y="8806"/>
                          </a:moveTo>
                          <a:lnTo>
                            <a:pt x="3498" y="9091"/>
                          </a:lnTo>
                          <a:lnTo>
                            <a:pt x="3721" y="9314"/>
                          </a:lnTo>
                          <a:lnTo>
                            <a:pt x="3721" y="10108"/>
                          </a:lnTo>
                          <a:cubicBezTo>
                            <a:pt x="3676" y="10153"/>
                            <a:pt x="3632" y="10198"/>
                            <a:pt x="3587" y="10242"/>
                          </a:cubicBezTo>
                          <a:lnTo>
                            <a:pt x="3587" y="9377"/>
                          </a:lnTo>
                          <a:cubicBezTo>
                            <a:pt x="3605" y="9377"/>
                            <a:pt x="3614" y="9368"/>
                            <a:pt x="3623" y="9350"/>
                          </a:cubicBezTo>
                          <a:cubicBezTo>
                            <a:pt x="3641" y="9323"/>
                            <a:pt x="3632" y="9297"/>
                            <a:pt x="3605" y="9279"/>
                          </a:cubicBezTo>
                          <a:cubicBezTo>
                            <a:pt x="3598" y="9276"/>
                            <a:pt x="3591" y="9275"/>
                            <a:pt x="3584" y="9275"/>
                          </a:cubicBezTo>
                          <a:cubicBezTo>
                            <a:pt x="3562" y="9275"/>
                            <a:pt x="3540" y="9285"/>
                            <a:pt x="3534" y="9305"/>
                          </a:cubicBezTo>
                          <a:cubicBezTo>
                            <a:pt x="3516" y="9332"/>
                            <a:pt x="3525" y="9359"/>
                            <a:pt x="3551" y="9377"/>
                          </a:cubicBezTo>
                          <a:lnTo>
                            <a:pt x="3569" y="9377"/>
                          </a:lnTo>
                          <a:lnTo>
                            <a:pt x="3569" y="10260"/>
                          </a:lnTo>
                          <a:cubicBezTo>
                            <a:pt x="3525" y="10305"/>
                            <a:pt x="3480" y="10349"/>
                            <a:pt x="3435" y="10385"/>
                          </a:cubicBezTo>
                          <a:lnTo>
                            <a:pt x="3435" y="9484"/>
                          </a:lnTo>
                          <a:cubicBezTo>
                            <a:pt x="3453" y="9484"/>
                            <a:pt x="3471" y="9475"/>
                            <a:pt x="3480" y="9457"/>
                          </a:cubicBezTo>
                          <a:cubicBezTo>
                            <a:pt x="3489" y="9430"/>
                            <a:pt x="3480" y="9404"/>
                            <a:pt x="3453" y="9386"/>
                          </a:cubicBezTo>
                          <a:cubicBezTo>
                            <a:pt x="3447" y="9383"/>
                            <a:pt x="3439" y="9382"/>
                            <a:pt x="3432" y="9382"/>
                          </a:cubicBezTo>
                          <a:cubicBezTo>
                            <a:pt x="3410" y="9382"/>
                            <a:pt x="3389" y="9392"/>
                            <a:pt x="3382" y="9412"/>
                          </a:cubicBezTo>
                          <a:cubicBezTo>
                            <a:pt x="3364" y="9439"/>
                            <a:pt x="3373" y="9466"/>
                            <a:pt x="3400" y="9484"/>
                          </a:cubicBezTo>
                          <a:lnTo>
                            <a:pt x="3418" y="9484"/>
                          </a:lnTo>
                          <a:lnTo>
                            <a:pt x="3418" y="10403"/>
                          </a:lnTo>
                          <a:cubicBezTo>
                            <a:pt x="3364" y="10447"/>
                            <a:pt x="3311" y="10501"/>
                            <a:pt x="3257" y="10545"/>
                          </a:cubicBezTo>
                          <a:lnTo>
                            <a:pt x="3257" y="9680"/>
                          </a:lnTo>
                          <a:cubicBezTo>
                            <a:pt x="3275" y="9680"/>
                            <a:pt x="3293" y="9671"/>
                            <a:pt x="3302" y="9653"/>
                          </a:cubicBezTo>
                          <a:cubicBezTo>
                            <a:pt x="3311" y="9627"/>
                            <a:pt x="3302" y="9591"/>
                            <a:pt x="3275" y="9582"/>
                          </a:cubicBezTo>
                          <a:cubicBezTo>
                            <a:pt x="3267" y="9577"/>
                            <a:pt x="3259" y="9575"/>
                            <a:pt x="3251" y="9575"/>
                          </a:cubicBezTo>
                          <a:cubicBezTo>
                            <a:pt x="3230" y="9575"/>
                            <a:pt x="3210" y="9589"/>
                            <a:pt x="3204" y="9609"/>
                          </a:cubicBezTo>
                          <a:cubicBezTo>
                            <a:pt x="3186" y="9636"/>
                            <a:pt x="3204" y="9662"/>
                            <a:pt x="3221" y="9680"/>
                          </a:cubicBezTo>
                          <a:lnTo>
                            <a:pt x="3239" y="9680"/>
                          </a:lnTo>
                          <a:lnTo>
                            <a:pt x="3239" y="10563"/>
                          </a:lnTo>
                          <a:cubicBezTo>
                            <a:pt x="3195" y="10599"/>
                            <a:pt x="3150" y="10635"/>
                            <a:pt x="3105" y="10670"/>
                          </a:cubicBezTo>
                          <a:lnTo>
                            <a:pt x="3105" y="9350"/>
                          </a:lnTo>
                          <a:lnTo>
                            <a:pt x="3373" y="9073"/>
                          </a:lnTo>
                          <a:lnTo>
                            <a:pt x="3373" y="8806"/>
                          </a:lnTo>
                          <a:close/>
                          <a:moveTo>
                            <a:pt x="3177" y="8770"/>
                          </a:moveTo>
                          <a:cubicBezTo>
                            <a:pt x="3195" y="8788"/>
                            <a:pt x="3221" y="8806"/>
                            <a:pt x="3257" y="8806"/>
                          </a:cubicBezTo>
                          <a:lnTo>
                            <a:pt x="3355" y="8806"/>
                          </a:lnTo>
                          <a:lnTo>
                            <a:pt x="3355" y="9065"/>
                          </a:lnTo>
                          <a:lnTo>
                            <a:pt x="3088" y="9341"/>
                          </a:lnTo>
                          <a:lnTo>
                            <a:pt x="3088" y="10679"/>
                          </a:lnTo>
                          <a:cubicBezTo>
                            <a:pt x="3061" y="10706"/>
                            <a:pt x="3034" y="10724"/>
                            <a:pt x="3007" y="10751"/>
                          </a:cubicBezTo>
                          <a:lnTo>
                            <a:pt x="3007" y="9332"/>
                          </a:lnTo>
                          <a:lnTo>
                            <a:pt x="3257" y="9073"/>
                          </a:lnTo>
                          <a:lnTo>
                            <a:pt x="3257" y="8806"/>
                          </a:lnTo>
                          <a:lnTo>
                            <a:pt x="3239" y="8806"/>
                          </a:lnTo>
                          <a:lnTo>
                            <a:pt x="3239" y="9065"/>
                          </a:lnTo>
                          <a:lnTo>
                            <a:pt x="2981" y="9323"/>
                          </a:lnTo>
                          <a:lnTo>
                            <a:pt x="2981" y="10760"/>
                          </a:lnTo>
                          <a:cubicBezTo>
                            <a:pt x="2900" y="10822"/>
                            <a:pt x="2820" y="10876"/>
                            <a:pt x="2740" y="10929"/>
                          </a:cubicBezTo>
                          <a:lnTo>
                            <a:pt x="2740" y="8859"/>
                          </a:lnTo>
                          <a:lnTo>
                            <a:pt x="2820" y="8779"/>
                          </a:lnTo>
                          <a:lnTo>
                            <a:pt x="3177" y="8779"/>
                          </a:lnTo>
                          <a:lnTo>
                            <a:pt x="3177" y="8770"/>
                          </a:lnTo>
                          <a:close/>
                          <a:moveTo>
                            <a:pt x="3159" y="8627"/>
                          </a:moveTo>
                          <a:lnTo>
                            <a:pt x="3159" y="8708"/>
                          </a:lnTo>
                          <a:cubicBezTo>
                            <a:pt x="3159" y="8726"/>
                            <a:pt x="3168" y="8743"/>
                            <a:pt x="3177" y="8761"/>
                          </a:cubicBezTo>
                          <a:lnTo>
                            <a:pt x="2811" y="8761"/>
                          </a:lnTo>
                          <a:lnTo>
                            <a:pt x="2722" y="8850"/>
                          </a:lnTo>
                          <a:lnTo>
                            <a:pt x="2722" y="10938"/>
                          </a:lnTo>
                          <a:cubicBezTo>
                            <a:pt x="2686" y="10956"/>
                            <a:pt x="2650" y="10974"/>
                            <a:pt x="2615" y="10991"/>
                          </a:cubicBezTo>
                          <a:lnTo>
                            <a:pt x="2615" y="8752"/>
                          </a:lnTo>
                          <a:lnTo>
                            <a:pt x="2740" y="8627"/>
                          </a:lnTo>
                          <a:close/>
                          <a:moveTo>
                            <a:pt x="313" y="8547"/>
                          </a:moveTo>
                          <a:lnTo>
                            <a:pt x="563" y="8770"/>
                          </a:lnTo>
                          <a:lnTo>
                            <a:pt x="563" y="9011"/>
                          </a:lnTo>
                          <a:lnTo>
                            <a:pt x="572" y="9011"/>
                          </a:lnTo>
                          <a:cubicBezTo>
                            <a:pt x="509" y="9029"/>
                            <a:pt x="474" y="9091"/>
                            <a:pt x="474" y="9154"/>
                          </a:cubicBezTo>
                          <a:lnTo>
                            <a:pt x="474" y="9636"/>
                          </a:lnTo>
                          <a:cubicBezTo>
                            <a:pt x="474" y="9725"/>
                            <a:pt x="545" y="9796"/>
                            <a:pt x="625" y="9796"/>
                          </a:cubicBezTo>
                          <a:lnTo>
                            <a:pt x="768" y="9796"/>
                          </a:lnTo>
                          <a:lnTo>
                            <a:pt x="768" y="11099"/>
                          </a:lnTo>
                          <a:cubicBezTo>
                            <a:pt x="652" y="11063"/>
                            <a:pt x="545" y="11036"/>
                            <a:pt x="456" y="11000"/>
                          </a:cubicBezTo>
                          <a:lnTo>
                            <a:pt x="456" y="10269"/>
                          </a:lnTo>
                          <a:lnTo>
                            <a:pt x="625" y="10073"/>
                          </a:lnTo>
                          <a:lnTo>
                            <a:pt x="625" y="9796"/>
                          </a:lnTo>
                          <a:lnTo>
                            <a:pt x="608" y="9796"/>
                          </a:lnTo>
                          <a:lnTo>
                            <a:pt x="608" y="10073"/>
                          </a:lnTo>
                          <a:lnTo>
                            <a:pt x="438" y="10260"/>
                          </a:lnTo>
                          <a:lnTo>
                            <a:pt x="438" y="10991"/>
                          </a:lnTo>
                          <a:cubicBezTo>
                            <a:pt x="331" y="10947"/>
                            <a:pt x="242" y="10893"/>
                            <a:pt x="179" y="10840"/>
                          </a:cubicBezTo>
                          <a:cubicBezTo>
                            <a:pt x="126" y="10786"/>
                            <a:pt x="54" y="10572"/>
                            <a:pt x="37" y="10492"/>
                          </a:cubicBezTo>
                          <a:lnTo>
                            <a:pt x="37" y="8547"/>
                          </a:lnTo>
                          <a:close/>
                          <a:moveTo>
                            <a:pt x="938" y="9796"/>
                          </a:moveTo>
                          <a:lnTo>
                            <a:pt x="938" y="10135"/>
                          </a:lnTo>
                          <a:lnTo>
                            <a:pt x="947" y="10144"/>
                          </a:lnTo>
                          <a:lnTo>
                            <a:pt x="1571" y="10768"/>
                          </a:lnTo>
                          <a:lnTo>
                            <a:pt x="1571" y="11197"/>
                          </a:lnTo>
                          <a:cubicBezTo>
                            <a:pt x="1437" y="11188"/>
                            <a:pt x="1303" y="11179"/>
                            <a:pt x="1170" y="11161"/>
                          </a:cubicBezTo>
                          <a:cubicBezTo>
                            <a:pt x="1036" y="11152"/>
                            <a:pt x="902" y="11125"/>
                            <a:pt x="786" y="11099"/>
                          </a:cubicBezTo>
                          <a:lnTo>
                            <a:pt x="786" y="9796"/>
                          </a:lnTo>
                          <a:close/>
                          <a:moveTo>
                            <a:pt x="1089" y="9796"/>
                          </a:moveTo>
                          <a:lnTo>
                            <a:pt x="1089" y="10090"/>
                          </a:lnTo>
                          <a:lnTo>
                            <a:pt x="1089" y="10099"/>
                          </a:lnTo>
                          <a:lnTo>
                            <a:pt x="1732" y="10742"/>
                          </a:lnTo>
                          <a:lnTo>
                            <a:pt x="1732" y="11197"/>
                          </a:lnTo>
                          <a:lnTo>
                            <a:pt x="1589" y="11197"/>
                          </a:lnTo>
                          <a:lnTo>
                            <a:pt x="1589" y="10760"/>
                          </a:lnTo>
                          <a:lnTo>
                            <a:pt x="955" y="10135"/>
                          </a:lnTo>
                          <a:lnTo>
                            <a:pt x="955" y="9796"/>
                          </a:lnTo>
                          <a:close/>
                          <a:moveTo>
                            <a:pt x="3168" y="8395"/>
                          </a:moveTo>
                          <a:cubicBezTo>
                            <a:pt x="3168" y="8404"/>
                            <a:pt x="3159" y="8404"/>
                            <a:pt x="3159" y="8413"/>
                          </a:cubicBezTo>
                          <a:lnTo>
                            <a:pt x="3159" y="8485"/>
                          </a:lnTo>
                          <a:lnTo>
                            <a:pt x="2624" y="8485"/>
                          </a:lnTo>
                          <a:lnTo>
                            <a:pt x="2454" y="8645"/>
                          </a:lnTo>
                          <a:lnTo>
                            <a:pt x="2454" y="9181"/>
                          </a:lnTo>
                          <a:lnTo>
                            <a:pt x="2008" y="9636"/>
                          </a:lnTo>
                          <a:lnTo>
                            <a:pt x="1268" y="9636"/>
                          </a:lnTo>
                          <a:lnTo>
                            <a:pt x="1268" y="9653"/>
                          </a:lnTo>
                          <a:lnTo>
                            <a:pt x="2017" y="9653"/>
                          </a:lnTo>
                          <a:lnTo>
                            <a:pt x="2472" y="9189"/>
                          </a:lnTo>
                          <a:lnTo>
                            <a:pt x="2472" y="8645"/>
                          </a:lnTo>
                          <a:lnTo>
                            <a:pt x="2633" y="8503"/>
                          </a:lnTo>
                          <a:lnTo>
                            <a:pt x="3159" y="8503"/>
                          </a:lnTo>
                          <a:lnTo>
                            <a:pt x="3159" y="8610"/>
                          </a:lnTo>
                          <a:lnTo>
                            <a:pt x="2731" y="8610"/>
                          </a:lnTo>
                          <a:lnTo>
                            <a:pt x="2597" y="8743"/>
                          </a:lnTo>
                          <a:lnTo>
                            <a:pt x="2597" y="11000"/>
                          </a:lnTo>
                          <a:cubicBezTo>
                            <a:pt x="2561" y="11018"/>
                            <a:pt x="2526" y="11036"/>
                            <a:pt x="2490" y="11054"/>
                          </a:cubicBezTo>
                          <a:lnTo>
                            <a:pt x="2490" y="10349"/>
                          </a:lnTo>
                          <a:lnTo>
                            <a:pt x="2071" y="9957"/>
                          </a:lnTo>
                          <a:cubicBezTo>
                            <a:pt x="2071" y="9957"/>
                            <a:pt x="2071" y="9948"/>
                            <a:pt x="2071" y="9948"/>
                          </a:cubicBezTo>
                          <a:cubicBezTo>
                            <a:pt x="2079" y="9921"/>
                            <a:pt x="2071" y="9894"/>
                            <a:pt x="2044" y="9876"/>
                          </a:cubicBezTo>
                          <a:cubicBezTo>
                            <a:pt x="2037" y="9874"/>
                            <a:pt x="2030" y="9873"/>
                            <a:pt x="2024" y="9873"/>
                          </a:cubicBezTo>
                          <a:cubicBezTo>
                            <a:pt x="2004" y="9873"/>
                            <a:pt x="1986" y="9883"/>
                            <a:pt x="1972" y="9903"/>
                          </a:cubicBezTo>
                          <a:cubicBezTo>
                            <a:pt x="1964" y="9930"/>
                            <a:pt x="1972" y="9957"/>
                            <a:pt x="1999" y="9974"/>
                          </a:cubicBezTo>
                          <a:cubicBezTo>
                            <a:pt x="2007" y="9978"/>
                            <a:pt x="2014" y="9980"/>
                            <a:pt x="2021" y="9980"/>
                          </a:cubicBezTo>
                          <a:cubicBezTo>
                            <a:pt x="2032" y="9980"/>
                            <a:pt x="2042" y="9976"/>
                            <a:pt x="2053" y="9966"/>
                          </a:cubicBezTo>
                          <a:lnTo>
                            <a:pt x="2472" y="10358"/>
                          </a:lnTo>
                          <a:lnTo>
                            <a:pt x="2472" y="11063"/>
                          </a:lnTo>
                          <a:cubicBezTo>
                            <a:pt x="2427" y="11090"/>
                            <a:pt x="2383" y="11107"/>
                            <a:pt x="2329" y="11116"/>
                          </a:cubicBezTo>
                          <a:lnTo>
                            <a:pt x="2329" y="10483"/>
                          </a:lnTo>
                          <a:lnTo>
                            <a:pt x="1928" y="10117"/>
                          </a:lnTo>
                          <a:cubicBezTo>
                            <a:pt x="1937" y="10090"/>
                            <a:pt x="1928" y="10055"/>
                            <a:pt x="1901" y="10046"/>
                          </a:cubicBezTo>
                          <a:cubicBezTo>
                            <a:pt x="1892" y="10040"/>
                            <a:pt x="1882" y="10037"/>
                            <a:pt x="1873" y="10037"/>
                          </a:cubicBezTo>
                          <a:cubicBezTo>
                            <a:pt x="1856" y="10037"/>
                            <a:pt x="1841" y="10046"/>
                            <a:pt x="1830" y="10064"/>
                          </a:cubicBezTo>
                          <a:cubicBezTo>
                            <a:pt x="1821" y="10090"/>
                            <a:pt x="1830" y="10126"/>
                            <a:pt x="1856" y="10135"/>
                          </a:cubicBezTo>
                          <a:cubicBezTo>
                            <a:pt x="1865" y="10140"/>
                            <a:pt x="1877" y="10142"/>
                            <a:pt x="1887" y="10142"/>
                          </a:cubicBezTo>
                          <a:cubicBezTo>
                            <a:pt x="1897" y="10142"/>
                            <a:pt x="1906" y="10140"/>
                            <a:pt x="1910" y="10135"/>
                          </a:cubicBezTo>
                          <a:lnTo>
                            <a:pt x="2311" y="10492"/>
                          </a:lnTo>
                          <a:lnTo>
                            <a:pt x="2311" y="11125"/>
                          </a:lnTo>
                          <a:cubicBezTo>
                            <a:pt x="2294" y="11134"/>
                            <a:pt x="2267" y="11134"/>
                            <a:pt x="2249" y="11143"/>
                          </a:cubicBezTo>
                          <a:cubicBezTo>
                            <a:pt x="2231" y="11143"/>
                            <a:pt x="2204" y="11152"/>
                            <a:pt x="2187" y="11152"/>
                          </a:cubicBezTo>
                          <a:lnTo>
                            <a:pt x="2187" y="10661"/>
                          </a:lnTo>
                          <a:lnTo>
                            <a:pt x="1758" y="10251"/>
                          </a:lnTo>
                          <a:cubicBezTo>
                            <a:pt x="1758" y="10251"/>
                            <a:pt x="1758" y="10242"/>
                            <a:pt x="1767" y="10242"/>
                          </a:cubicBezTo>
                          <a:cubicBezTo>
                            <a:pt x="1776" y="10215"/>
                            <a:pt x="1767" y="10189"/>
                            <a:pt x="1740" y="10171"/>
                          </a:cubicBezTo>
                          <a:cubicBezTo>
                            <a:pt x="1734" y="10169"/>
                            <a:pt x="1727" y="10167"/>
                            <a:pt x="1719" y="10167"/>
                          </a:cubicBezTo>
                          <a:cubicBezTo>
                            <a:pt x="1698" y="10167"/>
                            <a:pt x="1676" y="10177"/>
                            <a:pt x="1669" y="10198"/>
                          </a:cubicBezTo>
                          <a:cubicBezTo>
                            <a:pt x="1651" y="10224"/>
                            <a:pt x="1660" y="10251"/>
                            <a:pt x="1687" y="10269"/>
                          </a:cubicBezTo>
                          <a:cubicBezTo>
                            <a:pt x="1698" y="10273"/>
                            <a:pt x="1708" y="10275"/>
                            <a:pt x="1716" y="10275"/>
                          </a:cubicBezTo>
                          <a:cubicBezTo>
                            <a:pt x="1729" y="10275"/>
                            <a:pt x="1739" y="10270"/>
                            <a:pt x="1749" y="10260"/>
                          </a:cubicBezTo>
                          <a:lnTo>
                            <a:pt x="2169" y="10670"/>
                          </a:lnTo>
                          <a:lnTo>
                            <a:pt x="2169" y="11161"/>
                          </a:lnTo>
                          <a:cubicBezTo>
                            <a:pt x="2044" y="11179"/>
                            <a:pt x="1901" y="11197"/>
                            <a:pt x="1749" y="11197"/>
                          </a:cubicBezTo>
                          <a:lnTo>
                            <a:pt x="1749" y="10733"/>
                          </a:lnTo>
                          <a:lnTo>
                            <a:pt x="1740" y="10733"/>
                          </a:lnTo>
                          <a:lnTo>
                            <a:pt x="1107" y="10090"/>
                          </a:lnTo>
                          <a:lnTo>
                            <a:pt x="1107" y="9796"/>
                          </a:lnTo>
                          <a:lnTo>
                            <a:pt x="1116" y="9796"/>
                          </a:lnTo>
                          <a:cubicBezTo>
                            <a:pt x="1196" y="9796"/>
                            <a:pt x="1268" y="9725"/>
                            <a:pt x="1268" y="9636"/>
                          </a:cubicBezTo>
                          <a:lnTo>
                            <a:pt x="1268" y="9511"/>
                          </a:lnTo>
                          <a:lnTo>
                            <a:pt x="1919" y="9511"/>
                          </a:lnTo>
                          <a:lnTo>
                            <a:pt x="2294" y="9154"/>
                          </a:lnTo>
                          <a:lnTo>
                            <a:pt x="2294" y="8627"/>
                          </a:lnTo>
                          <a:lnTo>
                            <a:pt x="2526" y="8395"/>
                          </a:lnTo>
                          <a:close/>
                          <a:moveTo>
                            <a:pt x="768" y="0"/>
                          </a:moveTo>
                          <a:cubicBezTo>
                            <a:pt x="637" y="0"/>
                            <a:pt x="397" y="85"/>
                            <a:pt x="295" y="161"/>
                          </a:cubicBezTo>
                          <a:cubicBezTo>
                            <a:pt x="188" y="242"/>
                            <a:pt x="10" y="581"/>
                            <a:pt x="1" y="590"/>
                          </a:cubicBezTo>
                          <a:lnTo>
                            <a:pt x="1" y="599"/>
                          </a:lnTo>
                          <a:lnTo>
                            <a:pt x="1" y="10492"/>
                          </a:lnTo>
                          <a:cubicBezTo>
                            <a:pt x="1" y="10510"/>
                            <a:pt x="81" y="10795"/>
                            <a:pt x="161" y="10867"/>
                          </a:cubicBezTo>
                          <a:cubicBezTo>
                            <a:pt x="447" y="11116"/>
                            <a:pt x="1125" y="11232"/>
                            <a:pt x="1678" y="11232"/>
                          </a:cubicBezTo>
                          <a:cubicBezTo>
                            <a:pt x="1901" y="11232"/>
                            <a:pt x="2106" y="11215"/>
                            <a:pt x="2258" y="11179"/>
                          </a:cubicBezTo>
                          <a:cubicBezTo>
                            <a:pt x="3025" y="10991"/>
                            <a:pt x="4256" y="9743"/>
                            <a:pt x="4542" y="9002"/>
                          </a:cubicBezTo>
                          <a:cubicBezTo>
                            <a:pt x="4631" y="8779"/>
                            <a:pt x="4586" y="8395"/>
                            <a:pt x="4551" y="8030"/>
                          </a:cubicBezTo>
                          <a:cubicBezTo>
                            <a:pt x="4515" y="7744"/>
                            <a:pt x="4488" y="7477"/>
                            <a:pt x="4515" y="7298"/>
                          </a:cubicBezTo>
                          <a:cubicBezTo>
                            <a:pt x="4551" y="7129"/>
                            <a:pt x="4640" y="6879"/>
                            <a:pt x="4738" y="6638"/>
                          </a:cubicBezTo>
                          <a:cubicBezTo>
                            <a:pt x="4818" y="6406"/>
                            <a:pt x="4907" y="6174"/>
                            <a:pt x="4943" y="6005"/>
                          </a:cubicBezTo>
                          <a:cubicBezTo>
                            <a:pt x="5006" y="5701"/>
                            <a:pt x="5006" y="5059"/>
                            <a:pt x="4961" y="4729"/>
                          </a:cubicBezTo>
                          <a:cubicBezTo>
                            <a:pt x="4881" y="4247"/>
                            <a:pt x="4479" y="3328"/>
                            <a:pt x="4185" y="2945"/>
                          </a:cubicBezTo>
                          <a:cubicBezTo>
                            <a:pt x="3971" y="2677"/>
                            <a:pt x="3132" y="2133"/>
                            <a:pt x="3096" y="2106"/>
                          </a:cubicBezTo>
                          <a:cubicBezTo>
                            <a:pt x="3096" y="2106"/>
                            <a:pt x="2936" y="1981"/>
                            <a:pt x="2900" y="1928"/>
                          </a:cubicBezTo>
                          <a:cubicBezTo>
                            <a:pt x="2820" y="1812"/>
                            <a:pt x="2749" y="1589"/>
                            <a:pt x="2686" y="1375"/>
                          </a:cubicBezTo>
                          <a:cubicBezTo>
                            <a:pt x="2615" y="1125"/>
                            <a:pt x="2543" y="875"/>
                            <a:pt x="2436" y="741"/>
                          </a:cubicBezTo>
                          <a:cubicBezTo>
                            <a:pt x="2151" y="393"/>
                            <a:pt x="1241" y="54"/>
                            <a:pt x="786" y="1"/>
                          </a:cubicBezTo>
                          <a:cubicBezTo>
                            <a:pt x="780" y="0"/>
                            <a:pt x="774" y="0"/>
                            <a:pt x="76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39" name="Google Shape;339;p29"/>
                    <p:cNvSpPr/>
                    <p:nvPr/>
                  </p:nvSpPr>
                  <p:spPr>
                    <a:xfrm>
                      <a:off x="2843326" y="1772417"/>
                      <a:ext cx="133216" cy="111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5" h="2053" extrusionOk="0">
                          <a:moveTo>
                            <a:pt x="1508" y="0"/>
                          </a:moveTo>
                          <a:lnTo>
                            <a:pt x="0" y="1490"/>
                          </a:lnTo>
                          <a:lnTo>
                            <a:pt x="0" y="2052"/>
                          </a:lnTo>
                          <a:lnTo>
                            <a:pt x="18" y="2052"/>
                          </a:lnTo>
                          <a:lnTo>
                            <a:pt x="18" y="1499"/>
                          </a:lnTo>
                          <a:lnTo>
                            <a:pt x="1517" y="18"/>
                          </a:lnTo>
                          <a:lnTo>
                            <a:pt x="2445" y="18"/>
                          </a:lnTo>
                          <a:lnTo>
                            <a:pt x="2445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40" name="Google Shape;340;p29"/>
                    <p:cNvSpPr/>
                    <p:nvPr/>
                  </p:nvSpPr>
                  <p:spPr>
                    <a:xfrm>
                      <a:off x="2950284" y="1823743"/>
                      <a:ext cx="45713" cy="937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" h="1721" extrusionOk="0">
                          <a:moveTo>
                            <a:pt x="778" y="1"/>
                          </a:moveTo>
                          <a:cubicBezTo>
                            <a:pt x="772" y="1"/>
                            <a:pt x="765" y="2"/>
                            <a:pt x="758" y="4"/>
                          </a:cubicBezTo>
                          <a:cubicBezTo>
                            <a:pt x="732" y="22"/>
                            <a:pt x="714" y="49"/>
                            <a:pt x="732" y="75"/>
                          </a:cubicBezTo>
                          <a:cubicBezTo>
                            <a:pt x="741" y="93"/>
                            <a:pt x="758" y="102"/>
                            <a:pt x="767" y="102"/>
                          </a:cubicBezTo>
                          <a:lnTo>
                            <a:pt x="767" y="209"/>
                          </a:lnTo>
                          <a:lnTo>
                            <a:pt x="54" y="923"/>
                          </a:lnTo>
                          <a:lnTo>
                            <a:pt x="54" y="1610"/>
                          </a:lnTo>
                          <a:cubicBezTo>
                            <a:pt x="45" y="1610"/>
                            <a:pt x="45" y="1619"/>
                            <a:pt x="36" y="1619"/>
                          </a:cubicBezTo>
                          <a:cubicBezTo>
                            <a:pt x="9" y="1628"/>
                            <a:pt x="0" y="1663"/>
                            <a:pt x="9" y="1690"/>
                          </a:cubicBezTo>
                          <a:cubicBezTo>
                            <a:pt x="22" y="1710"/>
                            <a:pt x="41" y="1720"/>
                            <a:pt x="60" y="1720"/>
                          </a:cubicBezTo>
                          <a:cubicBezTo>
                            <a:pt x="67" y="1720"/>
                            <a:pt x="74" y="1719"/>
                            <a:pt x="80" y="1717"/>
                          </a:cubicBezTo>
                          <a:cubicBezTo>
                            <a:pt x="107" y="1699"/>
                            <a:pt x="125" y="1663"/>
                            <a:pt x="107" y="1637"/>
                          </a:cubicBezTo>
                          <a:cubicBezTo>
                            <a:pt x="98" y="1628"/>
                            <a:pt x="80" y="1619"/>
                            <a:pt x="71" y="1610"/>
                          </a:cubicBezTo>
                          <a:lnTo>
                            <a:pt x="71" y="932"/>
                          </a:lnTo>
                          <a:lnTo>
                            <a:pt x="785" y="218"/>
                          </a:lnTo>
                          <a:lnTo>
                            <a:pt x="785" y="102"/>
                          </a:lnTo>
                          <a:lnTo>
                            <a:pt x="803" y="102"/>
                          </a:lnTo>
                          <a:cubicBezTo>
                            <a:pt x="830" y="84"/>
                            <a:pt x="839" y="58"/>
                            <a:pt x="830" y="31"/>
                          </a:cubicBezTo>
                          <a:cubicBezTo>
                            <a:pt x="816" y="11"/>
                            <a:pt x="798" y="1"/>
                            <a:pt x="77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41" name="Google Shape;341;p29"/>
                    <p:cNvSpPr/>
                    <p:nvPr/>
                  </p:nvSpPr>
                  <p:spPr>
                    <a:xfrm>
                      <a:off x="2942982" y="1585746"/>
                      <a:ext cx="46203" cy="1040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8" h="1910" extrusionOk="0">
                          <a:moveTo>
                            <a:pt x="794" y="1"/>
                          </a:moveTo>
                          <a:cubicBezTo>
                            <a:pt x="768" y="1"/>
                            <a:pt x="741" y="27"/>
                            <a:pt x="741" y="54"/>
                          </a:cubicBezTo>
                          <a:cubicBezTo>
                            <a:pt x="741" y="63"/>
                            <a:pt x="741" y="81"/>
                            <a:pt x="750" y="90"/>
                          </a:cubicBezTo>
                          <a:lnTo>
                            <a:pt x="9" y="839"/>
                          </a:lnTo>
                          <a:lnTo>
                            <a:pt x="0" y="848"/>
                          </a:lnTo>
                          <a:lnTo>
                            <a:pt x="0" y="1535"/>
                          </a:lnTo>
                          <a:lnTo>
                            <a:pt x="295" y="1821"/>
                          </a:lnTo>
                          <a:cubicBezTo>
                            <a:pt x="295" y="1830"/>
                            <a:pt x="286" y="1838"/>
                            <a:pt x="286" y="1856"/>
                          </a:cubicBezTo>
                          <a:cubicBezTo>
                            <a:pt x="286" y="1883"/>
                            <a:pt x="313" y="1910"/>
                            <a:pt x="339" y="1910"/>
                          </a:cubicBezTo>
                          <a:cubicBezTo>
                            <a:pt x="375" y="1910"/>
                            <a:pt x="393" y="1883"/>
                            <a:pt x="393" y="1856"/>
                          </a:cubicBezTo>
                          <a:cubicBezTo>
                            <a:pt x="393" y="1821"/>
                            <a:pt x="375" y="1803"/>
                            <a:pt x="339" y="1803"/>
                          </a:cubicBezTo>
                          <a:cubicBezTo>
                            <a:pt x="330" y="1803"/>
                            <a:pt x="321" y="1803"/>
                            <a:pt x="313" y="1812"/>
                          </a:cubicBezTo>
                          <a:lnTo>
                            <a:pt x="18" y="1526"/>
                          </a:lnTo>
                          <a:lnTo>
                            <a:pt x="18" y="857"/>
                          </a:lnTo>
                          <a:lnTo>
                            <a:pt x="768" y="99"/>
                          </a:lnTo>
                          <a:cubicBezTo>
                            <a:pt x="776" y="108"/>
                            <a:pt x="785" y="108"/>
                            <a:pt x="794" y="108"/>
                          </a:cubicBezTo>
                          <a:cubicBezTo>
                            <a:pt x="821" y="108"/>
                            <a:pt x="848" y="81"/>
                            <a:pt x="848" y="54"/>
                          </a:cubicBezTo>
                          <a:cubicBezTo>
                            <a:pt x="848" y="27"/>
                            <a:pt x="821" y="1"/>
                            <a:pt x="79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42" name="Google Shape;342;p29"/>
                    <p:cNvSpPr/>
                    <p:nvPr/>
                  </p:nvSpPr>
                  <p:spPr>
                    <a:xfrm>
                      <a:off x="2854986" y="1778247"/>
                      <a:ext cx="80747" cy="979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" h="1797" extrusionOk="0">
                          <a:moveTo>
                            <a:pt x="1428" y="0"/>
                          </a:moveTo>
                          <a:cubicBezTo>
                            <a:pt x="1401" y="0"/>
                            <a:pt x="1374" y="27"/>
                            <a:pt x="1374" y="54"/>
                          </a:cubicBezTo>
                          <a:cubicBezTo>
                            <a:pt x="1374" y="63"/>
                            <a:pt x="1374" y="72"/>
                            <a:pt x="1383" y="81"/>
                          </a:cubicBezTo>
                          <a:lnTo>
                            <a:pt x="54" y="1401"/>
                          </a:lnTo>
                          <a:lnTo>
                            <a:pt x="54" y="1686"/>
                          </a:lnTo>
                          <a:cubicBezTo>
                            <a:pt x="45" y="1686"/>
                            <a:pt x="45" y="1695"/>
                            <a:pt x="36" y="1695"/>
                          </a:cubicBezTo>
                          <a:cubicBezTo>
                            <a:pt x="10" y="1704"/>
                            <a:pt x="1" y="1740"/>
                            <a:pt x="18" y="1767"/>
                          </a:cubicBezTo>
                          <a:cubicBezTo>
                            <a:pt x="25" y="1787"/>
                            <a:pt x="47" y="1797"/>
                            <a:pt x="69" y="1797"/>
                          </a:cubicBezTo>
                          <a:cubicBezTo>
                            <a:pt x="76" y="1797"/>
                            <a:pt x="83" y="1796"/>
                            <a:pt x="90" y="1794"/>
                          </a:cubicBezTo>
                          <a:cubicBezTo>
                            <a:pt x="117" y="1776"/>
                            <a:pt x="125" y="1740"/>
                            <a:pt x="108" y="1713"/>
                          </a:cubicBezTo>
                          <a:cubicBezTo>
                            <a:pt x="99" y="1704"/>
                            <a:pt x="90" y="1695"/>
                            <a:pt x="72" y="1686"/>
                          </a:cubicBezTo>
                          <a:lnTo>
                            <a:pt x="72" y="1410"/>
                          </a:lnTo>
                          <a:lnTo>
                            <a:pt x="1392" y="90"/>
                          </a:lnTo>
                          <a:cubicBezTo>
                            <a:pt x="1401" y="99"/>
                            <a:pt x="1419" y="107"/>
                            <a:pt x="1428" y="107"/>
                          </a:cubicBezTo>
                          <a:cubicBezTo>
                            <a:pt x="1455" y="107"/>
                            <a:pt x="1481" y="81"/>
                            <a:pt x="1481" y="54"/>
                          </a:cubicBezTo>
                          <a:cubicBezTo>
                            <a:pt x="1481" y="27"/>
                            <a:pt x="1455" y="0"/>
                            <a:pt x="142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43" name="Google Shape;343;p29"/>
                    <p:cNvSpPr/>
                    <p:nvPr/>
                  </p:nvSpPr>
                  <p:spPr>
                    <a:xfrm>
                      <a:off x="2938623" y="1824724"/>
                      <a:ext cx="32582" cy="76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8" h="1412" extrusionOk="0">
                          <a:moveTo>
                            <a:pt x="537" y="0"/>
                          </a:moveTo>
                          <a:cubicBezTo>
                            <a:pt x="531" y="0"/>
                            <a:pt x="524" y="2"/>
                            <a:pt x="517" y="4"/>
                          </a:cubicBezTo>
                          <a:cubicBezTo>
                            <a:pt x="491" y="22"/>
                            <a:pt x="482" y="57"/>
                            <a:pt x="491" y="75"/>
                          </a:cubicBezTo>
                          <a:cubicBezTo>
                            <a:pt x="491" y="84"/>
                            <a:pt x="491" y="84"/>
                            <a:pt x="491" y="84"/>
                          </a:cubicBezTo>
                          <a:lnTo>
                            <a:pt x="54" y="530"/>
                          </a:lnTo>
                          <a:lnTo>
                            <a:pt x="45" y="530"/>
                          </a:lnTo>
                          <a:lnTo>
                            <a:pt x="45" y="1306"/>
                          </a:lnTo>
                          <a:lnTo>
                            <a:pt x="36" y="1306"/>
                          </a:lnTo>
                          <a:cubicBezTo>
                            <a:pt x="9" y="1324"/>
                            <a:pt x="0" y="1360"/>
                            <a:pt x="9" y="1378"/>
                          </a:cubicBezTo>
                          <a:cubicBezTo>
                            <a:pt x="22" y="1397"/>
                            <a:pt x="39" y="1412"/>
                            <a:pt x="58" y="1412"/>
                          </a:cubicBezTo>
                          <a:cubicBezTo>
                            <a:pt x="65" y="1412"/>
                            <a:pt x="73" y="1409"/>
                            <a:pt x="80" y="1404"/>
                          </a:cubicBezTo>
                          <a:cubicBezTo>
                            <a:pt x="107" y="1396"/>
                            <a:pt x="116" y="1360"/>
                            <a:pt x="107" y="1333"/>
                          </a:cubicBezTo>
                          <a:cubicBezTo>
                            <a:pt x="98" y="1315"/>
                            <a:pt x="80" y="1306"/>
                            <a:pt x="71" y="1306"/>
                          </a:cubicBezTo>
                          <a:lnTo>
                            <a:pt x="71" y="539"/>
                          </a:lnTo>
                          <a:lnTo>
                            <a:pt x="509" y="102"/>
                          </a:lnTo>
                          <a:cubicBezTo>
                            <a:pt x="517" y="106"/>
                            <a:pt x="526" y="109"/>
                            <a:pt x="535" y="109"/>
                          </a:cubicBezTo>
                          <a:cubicBezTo>
                            <a:pt x="544" y="109"/>
                            <a:pt x="553" y="106"/>
                            <a:pt x="562" y="102"/>
                          </a:cubicBezTo>
                          <a:cubicBezTo>
                            <a:pt x="589" y="93"/>
                            <a:pt x="598" y="57"/>
                            <a:pt x="589" y="31"/>
                          </a:cubicBezTo>
                          <a:cubicBezTo>
                            <a:pt x="575" y="11"/>
                            <a:pt x="557" y="0"/>
                            <a:pt x="537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44" name="Google Shape;344;p29"/>
                    <p:cNvSpPr/>
                    <p:nvPr/>
                  </p:nvSpPr>
                  <p:spPr>
                    <a:xfrm>
                      <a:off x="2864249" y="1572124"/>
                      <a:ext cx="49145" cy="331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2" h="608" extrusionOk="0">
                          <a:moveTo>
                            <a:pt x="848" y="1"/>
                          </a:moveTo>
                          <a:cubicBezTo>
                            <a:pt x="812" y="1"/>
                            <a:pt x="794" y="19"/>
                            <a:pt x="794" y="54"/>
                          </a:cubicBezTo>
                          <a:cubicBezTo>
                            <a:pt x="794" y="63"/>
                            <a:pt x="794" y="72"/>
                            <a:pt x="803" y="81"/>
                          </a:cubicBezTo>
                          <a:lnTo>
                            <a:pt x="339" y="545"/>
                          </a:lnTo>
                          <a:lnTo>
                            <a:pt x="98" y="545"/>
                          </a:lnTo>
                          <a:cubicBezTo>
                            <a:pt x="98" y="527"/>
                            <a:pt x="80" y="500"/>
                            <a:pt x="54" y="500"/>
                          </a:cubicBezTo>
                          <a:cubicBezTo>
                            <a:pt x="18" y="500"/>
                            <a:pt x="0" y="527"/>
                            <a:pt x="0" y="554"/>
                          </a:cubicBezTo>
                          <a:cubicBezTo>
                            <a:pt x="0" y="590"/>
                            <a:pt x="18" y="608"/>
                            <a:pt x="54" y="608"/>
                          </a:cubicBezTo>
                          <a:cubicBezTo>
                            <a:pt x="80" y="608"/>
                            <a:pt x="98" y="590"/>
                            <a:pt x="98" y="563"/>
                          </a:cubicBezTo>
                          <a:lnTo>
                            <a:pt x="348" y="563"/>
                          </a:lnTo>
                          <a:lnTo>
                            <a:pt x="812" y="90"/>
                          </a:lnTo>
                          <a:cubicBezTo>
                            <a:pt x="821" y="99"/>
                            <a:pt x="830" y="108"/>
                            <a:pt x="848" y="108"/>
                          </a:cubicBezTo>
                          <a:cubicBezTo>
                            <a:pt x="874" y="108"/>
                            <a:pt x="901" y="81"/>
                            <a:pt x="901" y="54"/>
                          </a:cubicBezTo>
                          <a:cubicBezTo>
                            <a:pt x="901" y="19"/>
                            <a:pt x="874" y="1"/>
                            <a:pt x="84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45" name="Google Shape;345;p29"/>
                    <p:cNvSpPr/>
                    <p:nvPr/>
                  </p:nvSpPr>
                  <p:spPr>
                    <a:xfrm>
                      <a:off x="2861797" y="1553163"/>
                      <a:ext cx="74427" cy="685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66" h="1259" extrusionOk="0">
                          <a:moveTo>
                            <a:pt x="1276" y="1"/>
                          </a:moveTo>
                          <a:cubicBezTo>
                            <a:pt x="1232" y="1"/>
                            <a:pt x="1187" y="37"/>
                            <a:pt x="1187" y="90"/>
                          </a:cubicBezTo>
                          <a:cubicBezTo>
                            <a:pt x="1187" y="135"/>
                            <a:pt x="1223" y="170"/>
                            <a:pt x="1267" y="170"/>
                          </a:cubicBezTo>
                          <a:lnTo>
                            <a:pt x="1267" y="527"/>
                          </a:lnTo>
                          <a:lnTo>
                            <a:pt x="589" y="1196"/>
                          </a:lnTo>
                          <a:lnTo>
                            <a:pt x="108" y="1196"/>
                          </a:lnTo>
                          <a:cubicBezTo>
                            <a:pt x="108" y="1179"/>
                            <a:pt x="81" y="1152"/>
                            <a:pt x="54" y="1152"/>
                          </a:cubicBezTo>
                          <a:cubicBezTo>
                            <a:pt x="27" y="1152"/>
                            <a:pt x="0" y="1179"/>
                            <a:pt x="0" y="1205"/>
                          </a:cubicBezTo>
                          <a:cubicBezTo>
                            <a:pt x="0" y="1241"/>
                            <a:pt x="27" y="1259"/>
                            <a:pt x="54" y="1259"/>
                          </a:cubicBezTo>
                          <a:cubicBezTo>
                            <a:pt x="81" y="1259"/>
                            <a:pt x="108" y="1241"/>
                            <a:pt x="108" y="1214"/>
                          </a:cubicBezTo>
                          <a:lnTo>
                            <a:pt x="598" y="1214"/>
                          </a:lnTo>
                          <a:lnTo>
                            <a:pt x="1285" y="536"/>
                          </a:lnTo>
                          <a:lnTo>
                            <a:pt x="1285" y="170"/>
                          </a:lnTo>
                          <a:cubicBezTo>
                            <a:pt x="1330" y="170"/>
                            <a:pt x="1365" y="135"/>
                            <a:pt x="1365" y="90"/>
                          </a:cubicBezTo>
                          <a:cubicBezTo>
                            <a:pt x="1365" y="37"/>
                            <a:pt x="1321" y="1"/>
                            <a:pt x="1276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46" name="Google Shape;346;p29"/>
                    <p:cNvSpPr/>
                    <p:nvPr/>
                  </p:nvSpPr>
                  <p:spPr>
                    <a:xfrm>
                      <a:off x="2858419" y="1643120"/>
                      <a:ext cx="48165" cy="19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4" h="367" extrusionOk="0">
                          <a:moveTo>
                            <a:pt x="830" y="0"/>
                          </a:moveTo>
                          <a:cubicBezTo>
                            <a:pt x="803" y="0"/>
                            <a:pt x="785" y="18"/>
                            <a:pt x="776" y="45"/>
                          </a:cubicBezTo>
                          <a:lnTo>
                            <a:pt x="196" y="45"/>
                          </a:lnTo>
                          <a:lnTo>
                            <a:pt x="45" y="179"/>
                          </a:lnTo>
                          <a:lnTo>
                            <a:pt x="45" y="259"/>
                          </a:lnTo>
                          <a:cubicBezTo>
                            <a:pt x="18" y="268"/>
                            <a:pt x="0" y="286"/>
                            <a:pt x="0" y="313"/>
                          </a:cubicBezTo>
                          <a:cubicBezTo>
                            <a:pt x="0" y="339"/>
                            <a:pt x="18" y="366"/>
                            <a:pt x="54" y="366"/>
                          </a:cubicBezTo>
                          <a:cubicBezTo>
                            <a:pt x="80" y="366"/>
                            <a:pt x="107" y="339"/>
                            <a:pt x="107" y="313"/>
                          </a:cubicBezTo>
                          <a:cubicBezTo>
                            <a:pt x="107" y="286"/>
                            <a:pt x="80" y="268"/>
                            <a:pt x="62" y="259"/>
                          </a:cubicBezTo>
                          <a:lnTo>
                            <a:pt x="62" y="188"/>
                          </a:lnTo>
                          <a:lnTo>
                            <a:pt x="205" y="63"/>
                          </a:lnTo>
                          <a:lnTo>
                            <a:pt x="776" y="63"/>
                          </a:lnTo>
                          <a:cubicBezTo>
                            <a:pt x="785" y="90"/>
                            <a:pt x="803" y="107"/>
                            <a:pt x="830" y="107"/>
                          </a:cubicBezTo>
                          <a:cubicBezTo>
                            <a:pt x="865" y="107"/>
                            <a:pt x="883" y="81"/>
                            <a:pt x="883" y="54"/>
                          </a:cubicBezTo>
                          <a:cubicBezTo>
                            <a:pt x="883" y="27"/>
                            <a:pt x="865" y="0"/>
                            <a:pt x="830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  <p:sp>
                  <p:nvSpPr>
                    <p:cNvPr id="347" name="Google Shape;347;p29"/>
                    <p:cNvSpPr/>
                    <p:nvPr/>
                  </p:nvSpPr>
                  <p:spPr>
                    <a:xfrm>
                      <a:off x="2750971" y="1431167"/>
                      <a:ext cx="272752" cy="6120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6" h="11233" extrusionOk="0">
                          <a:moveTo>
                            <a:pt x="3810" y="126"/>
                          </a:moveTo>
                          <a:lnTo>
                            <a:pt x="3810" y="1259"/>
                          </a:lnTo>
                          <a:lnTo>
                            <a:pt x="3667" y="1259"/>
                          </a:lnTo>
                          <a:lnTo>
                            <a:pt x="3667" y="946"/>
                          </a:lnTo>
                          <a:lnTo>
                            <a:pt x="3453" y="732"/>
                          </a:lnTo>
                          <a:lnTo>
                            <a:pt x="3453" y="251"/>
                          </a:lnTo>
                          <a:cubicBezTo>
                            <a:pt x="3578" y="197"/>
                            <a:pt x="3694" y="161"/>
                            <a:pt x="3810" y="126"/>
                          </a:cubicBezTo>
                          <a:close/>
                          <a:moveTo>
                            <a:pt x="3970" y="81"/>
                          </a:moveTo>
                          <a:lnTo>
                            <a:pt x="3970" y="1259"/>
                          </a:lnTo>
                          <a:lnTo>
                            <a:pt x="3828" y="1259"/>
                          </a:lnTo>
                          <a:lnTo>
                            <a:pt x="3828" y="117"/>
                          </a:lnTo>
                          <a:cubicBezTo>
                            <a:pt x="3881" y="108"/>
                            <a:pt x="3926" y="99"/>
                            <a:pt x="3970" y="81"/>
                          </a:cubicBezTo>
                          <a:close/>
                          <a:moveTo>
                            <a:pt x="3435" y="251"/>
                          </a:moveTo>
                          <a:lnTo>
                            <a:pt x="3435" y="732"/>
                          </a:lnTo>
                          <a:lnTo>
                            <a:pt x="3649" y="955"/>
                          </a:lnTo>
                          <a:lnTo>
                            <a:pt x="3649" y="1259"/>
                          </a:lnTo>
                          <a:lnTo>
                            <a:pt x="3658" y="1259"/>
                          </a:lnTo>
                          <a:cubicBezTo>
                            <a:pt x="3605" y="1259"/>
                            <a:pt x="3551" y="1294"/>
                            <a:pt x="3524" y="1339"/>
                          </a:cubicBezTo>
                          <a:lnTo>
                            <a:pt x="3524" y="1330"/>
                          </a:lnTo>
                          <a:lnTo>
                            <a:pt x="3212" y="1330"/>
                          </a:lnTo>
                          <a:lnTo>
                            <a:pt x="2953" y="1071"/>
                          </a:lnTo>
                          <a:lnTo>
                            <a:pt x="2454" y="1071"/>
                          </a:lnTo>
                          <a:cubicBezTo>
                            <a:pt x="2498" y="946"/>
                            <a:pt x="2543" y="839"/>
                            <a:pt x="2605" y="768"/>
                          </a:cubicBezTo>
                          <a:cubicBezTo>
                            <a:pt x="2757" y="572"/>
                            <a:pt x="3087" y="393"/>
                            <a:pt x="3435" y="251"/>
                          </a:cubicBezTo>
                          <a:close/>
                          <a:moveTo>
                            <a:pt x="4256" y="37"/>
                          </a:moveTo>
                          <a:cubicBezTo>
                            <a:pt x="4372" y="37"/>
                            <a:pt x="4595" y="117"/>
                            <a:pt x="4693" y="188"/>
                          </a:cubicBezTo>
                          <a:cubicBezTo>
                            <a:pt x="4782" y="260"/>
                            <a:pt x="4952" y="572"/>
                            <a:pt x="4970" y="607"/>
                          </a:cubicBezTo>
                          <a:lnTo>
                            <a:pt x="4970" y="1241"/>
                          </a:lnTo>
                          <a:lnTo>
                            <a:pt x="4746" y="1241"/>
                          </a:lnTo>
                          <a:lnTo>
                            <a:pt x="4657" y="1330"/>
                          </a:lnTo>
                          <a:lnTo>
                            <a:pt x="4283" y="1330"/>
                          </a:lnTo>
                          <a:lnTo>
                            <a:pt x="4283" y="1339"/>
                          </a:lnTo>
                          <a:cubicBezTo>
                            <a:pt x="4256" y="1303"/>
                            <a:pt x="4211" y="1268"/>
                            <a:pt x="4167" y="1268"/>
                          </a:cubicBezTo>
                          <a:lnTo>
                            <a:pt x="4176" y="1268"/>
                          </a:lnTo>
                          <a:lnTo>
                            <a:pt x="4176" y="946"/>
                          </a:lnTo>
                          <a:lnTo>
                            <a:pt x="4381" y="723"/>
                          </a:lnTo>
                          <a:lnTo>
                            <a:pt x="4381" y="63"/>
                          </a:lnTo>
                          <a:lnTo>
                            <a:pt x="4363" y="63"/>
                          </a:lnTo>
                          <a:lnTo>
                            <a:pt x="4363" y="715"/>
                          </a:lnTo>
                          <a:lnTo>
                            <a:pt x="4167" y="938"/>
                          </a:lnTo>
                          <a:lnTo>
                            <a:pt x="4158" y="946"/>
                          </a:lnTo>
                          <a:lnTo>
                            <a:pt x="4158" y="1268"/>
                          </a:lnTo>
                          <a:cubicBezTo>
                            <a:pt x="4158" y="1268"/>
                            <a:pt x="4149" y="1259"/>
                            <a:pt x="4149" y="1259"/>
                          </a:cubicBezTo>
                          <a:lnTo>
                            <a:pt x="3988" y="1259"/>
                          </a:lnTo>
                          <a:lnTo>
                            <a:pt x="3988" y="81"/>
                          </a:lnTo>
                          <a:cubicBezTo>
                            <a:pt x="4077" y="63"/>
                            <a:pt x="4158" y="45"/>
                            <a:pt x="4229" y="37"/>
                          </a:cubicBezTo>
                          <a:close/>
                          <a:moveTo>
                            <a:pt x="2944" y="1089"/>
                          </a:moveTo>
                          <a:lnTo>
                            <a:pt x="3203" y="1348"/>
                          </a:lnTo>
                          <a:lnTo>
                            <a:pt x="3524" y="1348"/>
                          </a:lnTo>
                          <a:cubicBezTo>
                            <a:pt x="3515" y="1366"/>
                            <a:pt x="3506" y="1393"/>
                            <a:pt x="3506" y="1419"/>
                          </a:cubicBezTo>
                          <a:lnTo>
                            <a:pt x="3506" y="1491"/>
                          </a:lnTo>
                          <a:lnTo>
                            <a:pt x="3203" y="1491"/>
                          </a:lnTo>
                          <a:lnTo>
                            <a:pt x="2944" y="1250"/>
                          </a:lnTo>
                          <a:lnTo>
                            <a:pt x="2391" y="1250"/>
                          </a:lnTo>
                          <a:cubicBezTo>
                            <a:pt x="2409" y="1196"/>
                            <a:pt x="2427" y="1143"/>
                            <a:pt x="2445" y="1089"/>
                          </a:cubicBezTo>
                          <a:close/>
                          <a:moveTo>
                            <a:pt x="4970" y="1259"/>
                          </a:moveTo>
                          <a:lnTo>
                            <a:pt x="4970" y="1526"/>
                          </a:lnTo>
                          <a:lnTo>
                            <a:pt x="4300" y="1526"/>
                          </a:lnTo>
                          <a:lnTo>
                            <a:pt x="4300" y="1419"/>
                          </a:lnTo>
                          <a:cubicBezTo>
                            <a:pt x="4300" y="1393"/>
                            <a:pt x="4292" y="1366"/>
                            <a:pt x="4283" y="1348"/>
                          </a:cubicBezTo>
                          <a:lnTo>
                            <a:pt x="4657" y="1348"/>
                          </a:lnTo>
                          <a:lnTo>
                            <a:pt x="4755" y="1259"/>
                          </a:lnTo>
                          <a:close/>
                          <a:moveTo>
                            <a:pt x="2944" y="1268"/>
                          </a:moveTo>
                          <a:lnTo>
                            <a:pt x="3194" y="1508"/>
                          </a:lnTo>
                          <a:lnTo>
                            <a:pt x="3506" y="1508"/>
                          </a:lnTo>
                          <a:lnTo>
                            <a:pt x="3506" y="1651"/>
                          </a:lnTo>
                          <a:lnTo>
                            <a:pt x="2266" y="1651"/>
                          </a:lnTo>
                          <a:cubicBezTo>
                            <a:pt x="2302" y="1571"/>
                            <a:pt x="2329" y="1473"/>
                            <a:pt x="2356" y="1384"/>
                          </a:cubicBezTo>
                          <a:cubicBezTo>
                            <a:pt x="2365" y="1348"/>
                            <a:pt x="2373" y="1303"/>
                            <a:pt x="2391" y="1268"/>
                          </a:cubicBezTo>
                          <a:close/>
                          <a:moveTo>
                            <a:pt x="4970" y="1544"/>
                          </a:moveTo>
                          <a:lnTo>
                            <a:pt x="4970" y="1687"/>
                          </a:lnTo>
                          <a:lnTo>
                            <a:pt x="4300" y="1687"/>
                          </a:lnTo>
                          <a:lnTo>
                            <a:pt x="4300" y="1544"/>
                          </a:lnTo>
                          <a:close/>
                          <a:moveTo>
                            <a:pt x="3506" y="1669"/>
                          </a:moveTo>
                          <a:lnTo>
                            <a:pt x="3506" y="1803"/>
                          </a:lnTo>
                          <a:lnTo>
                            <a:pt x="2213" y="1803"/>
                          </a:lnTo>
                          <a:cubicBezTo>
                            <a:pt x="2231" y="1758"/>
                            <a:pt x="2249" y="1714"/>
                            <a:pt x="2266" y="1669"/>
                          </a:cubicBezTo>
                          <a:close/>
                          <a:moveTo>
                            <a:pt x="4970" y="1705"/>
                          </a:moveTo>
                          <a:lnTo>
                            <a:pt x="4970" y="1928"/>
                          </a:lnTo>
                          <a:lnTo>
                            <a:pt x="4729" y="1928"/>
                          </a:lnTo>
                          <a:lnTo>
                            <a:pt x="4622" y="1839"/>
                          </a:lnTo>
                          <a:lnTo>
                            <a:pt x="4300" y="1839"/>
                          </a:lnTo>
                          <a:lnTo>
                            <a:pt x="4300" y="1705"/>
                          </a:lnTo>
                          <a:close/>
                          <a:moveTo>
                            <a:pt x="777" y="3070"/>
                          </a:moveTo>
                          <a:lnTo>
                            <a:pt x="1365" y="3614"/>
                          </a:lnTo>
                          <a:lnTo>
                            <a:pt x="1365" y="4470"/>
                          </a:lnTo>
                          <a:lnTo>
                            <a:pt x="1169" y="4470"/>
                          </a:lnTo>
                          <a:cubicBezTo>
                            <a:pt x="1053" y="4470"/>
                            <a:pt x="955" y="4568"/>
                            <a:pt x="955" y="4693"/>
                          </a:cubicBezTo>
                          <a:lnTo>
                            <a:pt x="955" y="4881"/>
                          </a:lnTo>
                          <a:lnTo>
                            <a:pt x="72" y="4881"/>
                          </a:lnTo>
                          <a:cubicBezTo>
                            <a:pt x="72" y="4827"/>
                            <a:pt x="81" y="4782"/>
                            <a:pt x="81" y="4738"/>
                          </a:cubicBezTo>
                          <a:cubicBezTo>
                            <a:pt x="90" y="4675"/>
                            <a:pt x="108" y="4613"/>
                            <a:pt x="125" y="4551"/>
                          </a:cubicBezTo>
                          <a:lnTo>
                            <a:pt x="339" y="4551"/>
                          </a:lnTo>
                          <a:lnTo>
                            <a:pt x="411" y="4675"/>
                          </a:lnTo>
                          <a:lnTo>
                            <a:pt x="955" y="4675"/>
                          </a:lnTo>
                          <a:lnTo>
                            <a:pt x="955" y="4658"/>
                          </a:lnTo>
                          <a:lnTo>
                            <a:pt x="429" y="4658"/>
                          </a:lnTo>
                          <a:lnTo>
                            <a:pt x="348" y="4533"/>
                          </a:lnTo>
                          <a:lnTo>
                            <a:pt x="134" y="4533"/>
                          </a:lnTo>
                          <a:cubicBezTo>
                            <a:pt x="206" y="4256"/>
                            <a:pt x="331" y="3917"/>
                            <a:pt x="482" y="3605"/>
                          </a:cubicBezTo>
                          <a:lnTo>
                            <a:pt x="812" y="3908"/>
                          </a:lnTo>
                          <a:lnTo>
                            <a:pt x="812" y="4113"/>
                          </a:lnTo>
                          <a:cubicBezTo>
                            <a:pt x="786" y="4122"/>
                            <a:pt x="768" y="4140"/>
                            <a:pt x="768" y="4167"/>
                          </a:cubicBezTo>
                          <a:cubicBezTo>
                            <a:pt x="768" y="4194"/>
                            <a:pt x="794" y="4220"/>
                            <a:pt x="821" y="4220"/>
                          </a:cubicBezTo>
                          <a:cubicBezTo>
                            <a:pt x="857" y="4220"/>
                            <a:pt x="875" y="4194"/>
                            <a:pt x="875" y="4167"/>
                          </a:cubicBezTo>
                          <a:cubicBezTo>
                            <a:pt x="875" y="4140"/>
                            <a:pt x="857" y="4122"/>
                            <a:pt x="830" y="4113"/>
                          </a:cubicBezTo>
                          <a:lnTo>
                            <a:pt x="830" y="3899"/>
                          </a:lnTo>
                          <a:lnTo>
                            <a:pt x="491" y="3596"/>
                          </a:lnTo>
                          <a:cubicBezTo>
                            <a:pt x="518" y="3534"/>
                            <a:pt x="545" y="3471"/>
                            <a:pt x="580" y="3418"/>
                          </a:cubicBezTo>
                          <a:lnTo>
                            <a:pt x="1142" y="3935"/>
                          </a:lnTo>
                          <a:lnTo>
                            <a:pt x="1142" y="4470"/>
                          </a:lnTo>
                          <a:lnTo>
                            <a:pt x="1169" y="4470"/>
                          </a:lnTo>
                          <a:lnTo>
                            <a:pt x="1169" y="3926"/>
                          </a:lnTo>
                          <a:lnTo>
                            <a:pt x="589" y="3400"/>
                          </a:lnTo>
                          <a:cubicBezTo>
                            <a:pt x="652" y="3275"/>
                            <a:pt x="714" y="3168"/>
                            <a:pt x="777" y="3070"/>
                          </a:cubicBezTo>
                          <a:close/>
                          <a:moveTo>
                            <a:pt x="4184" y="2053"/>
                          </a:moveTo>
                          <a:lnTo>
                            <a:pt x="4184" y="2802"/>
                          </a:lnTo>
                          <a:lnTo>
                            <a:pt x="3328" y="3650"/>
                          </a:lnTo>
                          <a:lnTo>
                            <a:pt x="3328" y="4542"/>
                          </a:lnTo>
                          <a:lnTo>
                            <a:pt x="3685" y="4890"/>
                          </a:lnTo>
                          <a:lnTo>
                            <a:pt x="3694" y="4898"/>
                          </a:lnTo>
                          <a:lnTo>
                            <a:pt x="4140" y="4898"/>
                          </a:lnTo>
                          <a:lnTo>
                            <a:pt x="4140" y="4881"/>
                          </a:lnTo>
                          <a:lnTo>
                            <a:pt x="3703" y="4881"/>
                          </a:lnTo>
                          <a:lnTo>
                            <a:pt x="3346" y="4533"/>
                          </a:lnTo>
                          <a:lnTo>
                            <a:pt x="3346" y="3658"/>
                          </a:lnTo>
                          <a:lnTo>
                            <a:pt x="4202" y="2811"/>
                          </a:lnTo>
                          <a:lnTo>
                            <a:pt x="4202" y="2053"/>
                          </a:lnTo>
                          <a:close/>
                          <a:moveTo>
                            <a:pt x="955" y="4898"/>
                          </a:moveTo>
                          <a:lnTo>
                            <a:pt x="955" y="5130"/>
                          </a:lnTo>
                          <a:lnTo>
                            <a:pt x="54" y="5130"/>
                          </a:lnTo>
                          <a:cubicBezTo>
                            <a:pt x="54" y="5050"/>
                            <a:pt x="63" y="4970"/>
                            <a:pt x="63" y="4898"/>
                          </a:cubicBezTo>
                          <a:close/>
                          <a:moveTo>
                            <a:pt x="955" y="5148"/>
                          </a:moveTo>
                          <a:lnTo>
                            <a:pt x="955" y="5362"/>
                          </a:lnTo>
                          <a:lnTo>
                            <a:pt x="393" y="5362"/>
                          </a:lnTo>
                          <a:lnTo>
                            <a:pt x="286" y="5478"/>
                          </a:lnTo>
                          <a:lnTo>
                            <a:pt x="54" y="5478"/>
                          </a:lnTo>
                          <a:cubicBezTo>
                            <a:pt x="54" y="5371"/>
                            <a:pt x="54" y="5255"/>
                            <a:pt x="54" y="5148"/>
                          </a:cubicBezTo>
                          <a:close/>
                          <a:moveTo>
                            <a:pt x="955" y="5371"/>
                          </a:moveTo>
                          <a:cubicBezTo>
                            <a:pt x="964" y="5487"/>
                            <a:pt x="1053" y="5576"/>
                            <a:pt x="1169" y="5576"/>
                          </a:cubicBezTo>
                          <a:lnTo>
                            <a:pt x="1365" y="5576"/>
                          </a:lnTo>
                          <a:lnTo>
                            <a:pt x="1365" y="5960"/>
                          </a:lnTo>
                          <a:lnTo>
                            <a:pt x="919" y="6397"/>
                          </a:lnTo>
                          <a:lnTo>
                            <a:pt x="224" y="6397"/>
                          </a:lnTo>
                          <a:lnTo>
                            <a:pt x="224" y="6406"/>
                          </a:lnTo>
                          <a:cubicBezTo>
                            <a:pt x="197" y="6335"/>
                            <a:pt x="179" y="6272"/>
                            <a:pt x="152" y="6210"/>
                          </a:cubicBezTo>
                          <a:lnTo>
                            <a:pt x="893" y="6210"/>
                          </a:lnTo>
                          <a:lnTo>
                            <a:pt x="1142" y="5933"/>
                          </a:lnTo>
                          <a:lnTo>
                            <a:pt x="1142" y="5576"/>
                          </a:lnTo>
                          <a:lnTo>
                            <a:pt x="1125" y="5576"/>
                          </a:lnTo>
                          <a:lnTo>
                            <a:pt x="1125" y="5924"/>
                          </a:lnTo>
                          <a:lnTo>
                            <a:pt x="884" y="6192"/>
                          </a:lnTo>
                          <a:lnTo>
                            <a:pt x="152" y="6192"/>
                          </a:lnTo>
                          <a:cubicBezTo>
                            <a:pt x="143" y="6156"/>
                            <a:pt x="125" y="6121"/>
                            <a:pt x="116" y="6085"/>
                          </a:cubicBezTo>
                          <a:lnTo>
                            <a:pt x="687" y="6085"/>
                          </a:lnTo>
                          <a:lnTo>
                            <a:pt x="794" y="5978"/>
                          </a:lnTo>
                          <a:cubicBezTo>
                            <a:pt x="803" y="5982"/>
                            <a:pt x="812" y="5985"/>
                            <a:pt x="821" y="5985"/>
                          </a:cubicBezTo>
                          <a:cubicBezTo>
                            <a:pt x="830" y="5985"/>
                            <a:pt x="839" y="5982"/>
                            <a:pt x="848" y="5978"/>
                          </a:cubicBezTo>
                          <a:cubicBezTo>
                            <a:pt x="875" y="5969"/>
                            <a:pt x="884" y="5933"/>
                            <a:pt x="875" y="5907"/>
                          </a:cubicBezTo>
                          <a:cubicBezTo>
                            <a:pt x="863" y="5889"/>
                            <a:pt x="848" y="5879"/>
                            <a:pt x="831" y="5879"/>
                          </a:cubicBezTo>
                          <a:cubicBezTo>
                            <a:pt x="822" y="5879"/>
                            <a:pt x="813" y="5882"/>
                            <a:pt x="803" y="5889"/>
                          </a:cubicBezTo>
                          <a:cubicBezTo>
                            <a:pt x="777" y="5898"/>
                            <a:pt x="768" y="5933"/>
                            <a:pt x="777" y="5960"/>
                          </a:cubicBezTo>
                          <a:cubicBezTo>
                            <a:pt x="777" y="5960"/>
                            <a:pt x="777" y="5960"/>
                            <a:pt x="786" y="5969"/>
                          </a:cubicBezTo>
                          <a:lnTo>
                            <a:pt x="678" y="6067"/>
                          </a:lnTo>
                          <a:lnTo>
                            <a:pt x="116" y="6067"/>
                          </a:lnTo>
                          <a:cubicBezTo>
                            <a:pt x="108" y="6049"/>
                            <a:pt x="108" y="6022"/>
                            <a:pt x="99" y="6005"/>
                          </a:cubicBezTo>
                          <a:cubicBezTo>
                            <a:pt x="99" y="5978"/>
                            <a:pt x="90" y="5960"/>
                            <a:pt x="90" y="5942"/>
                          </a:cubicBezTo>
                          <a:lnTo>
                            <a:pt x="473" y="5942"/>
                          </a:lnTo>
                          <a:lnTo>
                            <a:pt x="554" y="5871"/>
                          </a:lnTo>
                          <a:cubicBezTo>
                            <a:pt x="566" y="5877"/>
                            <a:pt x="583" y="5883"/>
                            <a:pt x="599" y="5883"/>
                          </a:cubicBezTo>
                          <a:cubicBezTo>
                            <a:pt x="605" y="5883"/>
                            <a:pt x="611" y="5882"/>
                            <a:pt x="616" y="5880"/>
                          </a:cubicBezTo>
                          <a:cubicBezTo>
                            <a:pt x="643" y="5862"/>
                            <a:pt x="652" y="5835"/>
                            <a:pt x="643" y="5808"/>
                          </a:cubicBezTo>
                          <a:cubicBezTo>
                            <a:pt x="630" y="5789"/>
                            <a:pt x="612" y="5774"/>
                            <a:pt x="594" y="5774"/>
                          </a:cubicBezTo>
                          <a:cubicBezTo>
                            <a:pt x="586" y="5774"/>
                            <a:pt x="579" y="5777"/>
                            <a:pt x="571" y="5782"/>
                          </a:cubicBezTo>
                          <a:cubicBezTo>
                            <a:pt x="545" y="5791"/>
                            <a:pt x="527" y="5826"/>
                            <a:pt x="545" y="5853"/>
                          </a:cubicBezTo>
                          <a:lnTo>
                            <a:pt x="464" y="5924"/>
                          </a:lnTo>
                          <a:lnTo>
                            <a:pt x="90" y="5924"/>
                          </a:lnTo>
                          <a:cubicBezTo>
                            <a:pt x="81" y="5898"/>
                            <a:pt x="81" y="5862"/>
                            <a:pt x="72" y="5835"/>
                          </a:cubicBezTo>
                          <a:lnTo>
                            <a:pt x="366" y="5835"/>
                          </a:lnTo>
                          <a:lnTo>
                            <a:pt x="447" y="5746"/>
                          </a:lnTo>
                          <a:cubicBezTo>
                            <a:pt x="455" y="5750"/>
                            <a:pt x="464" y="5753"/>
                            <a:pt x="474" y="5753"/>
                          </a:cubicBezTo>
                          <a:cubicBezTo>
                            <a:pt x="484" y="5753"/>
                            <a:pt x="496" y="5750"/>
                            <a:pt x="509" y="5746"/>
                          </a:cubicBezTo>
                          <a:cubicBezTo>
                            <a:pt x="527" y="5737"/>
                            <a:pt x="545" y="5701"/>
                            <a:pt x="527" y="5675"/>
                          </a:cubicBezTo>
                          <a:cubicBezTo>
                            <a:pt x="520" y="5655"/>
                            <a:pt x="498" y="5644"/>
                            <a:pt x="477" y="5644"/>
                          </a:cubicBezTo>
                          <a:cubicBezTo>
                            <a:pt x="469" y="5644"/>
                            <a:pt x="462" y="5646"/>
                            <a:pt x="455" y="5648"/>
                          </a:cubicBezTo>
                          <a:cubicBezTo>
                            <a:pt x="429" y="5666"/>
                            <a:pt x="420" y="5692"/>
                            <a:pt x="429" y="5719"/>
                          </a:cubicBezTo>
                          <a:cubicBezTo>
                            <a:pt x="438" y="5728"/>
                            <a:pt x="438" y="5728"/>
                            <a:pt x="438" y="5728"/>
                          </a:cubicBezTo>
                          <a:lnTo>
                            <a:pt x="357" y="5817"/>
                          </a:lnTo>
                          <a:lnTo>
                            <a:pt x="72" y="5817"/>
                          </a:lnTo>
                          <a:cubicBezTo>
                            <a:pt x="72" y="5773"/>
                            <a:pt x="63" y="5737"/>
                            <a:pt x="63" y="5692"/>
                          </a:cubicBezTo>
                          <a:lnTo>
                            <a:pt x="241" y="5692"/>
                          </a:lnTo>
                          <a:lnTo>
                            <a:pt x="322" y="5621"/>
                          </a:lnTo>
                          <a:cubicBezTo>
                            <a:pt x="332" y="5632"/>
                            <a:pt x="343" y="5636"/>
                            <a:pt x="353" y="5636"/>
                          </a:cubicBezTo>
                          <a:cubicBezTo>
                            <a:pt x="360" y="5636"/>
                            <a:pt x="368" y="5634"/>
                            <a:pt x="375" y="5630"/>
                          </a:cubicBezTo>
                          <a:cubicBezTo>
                            <a:pt x="402" y="5621"/>
                            <a:pt x="420" y="5585"/>
                            <a:pt x="402" y="5559"/>
                          </a:cubicBezTo>
                          <a:cubicBezTo>
                            <a:pt x="395" y="5539"/>
                            <a:pt x="374" y="5528"/>
                            <a:pt x="352" y="5528"/>
                          </a:cubicBezTo>
                          <a:cubicBezTo>
                            <a:pt x="345" y="5528"/>
                            <a:pt x="337" y="5530"/>
                            <a:pt x="331" y="5532"/>
                          </a:cubicBezTo>
                          <a:cubicBezTo>
                            <a:pt x="304" y="5550"/>
                            <a:pt x="295" y="5585"/>
                            <a:pt x="304" y="5603"/>
                          </a:cubicBezTo>
                          <a:cubicBezTo>
                            <a:pt x="304" y="5612"/>
                            <a:pt x="313" y="5612"/>
                            <a:pt x="313" y="5612"/>
                          </a:cubicBezTo>
                          <a:lnTo>
                            <a:pt x="241" y="5675"/>
                          </a:lnTo>
                          <a:lnTo>
                            <a:pt x="63" y="5675"/>
                          </a:lnTo>
                          <a:cubicBezTo>
                            <a:pt x="63" y="5621"/>
                            <a:pt x="54" y="5559"/>
                            <a:pt x="54" y="5496"/>
                          </a:cubicBezTo>
                          <a:lnTo>
                            <a:pt x="295" y="5496"/>
                          </a:lnTo>
                          <a:lnTo>
                            <a:pt x="402" y="5380"/>
                          </a:lnTo>
                          <a:lnTo>
                            <a:pt x="955" y="5380"/>
                          </a:lnTo>
                          <a:lnTo>
                            <a:pt x="955" y="5371"/>
                          </a:lnTo>
                          <a:close/>
                          <a:moveTo>
                            <a:pt x="1606" y="5576"/>
                          </a:moveTo>
                          <a:lnTo>
                            <a:pt x="1606" y="5924"/>
                          </a:lnTo>
                          <a:lnTo>
                            <a:pt x="946" y="6620"/>
                          </a:lnTo>
                          <a:lnTo>
                            <a:pt x="304" y="6620"/>
                          </a:lnTo>
                          <a:cubicBezTo>
                            <a:pt x="277" y="6558"/>
                            <a:pt x="250" y="6486"/>
                            <a:pt x="232" y="6415"/>
                          </a:cubicBezTo>
                          <a:lnTo>
                            <a:pt x="928" y="6415"/>
                          </a:lnTo>
                          <a:lnTo>
                            <a:pt x="1383" y="5969"/>
                          </a:lnTo>
                          <a:lnTo>
                            <a:pt x="1383" y="5576"/>
                          </a:lnTo>
                          <a:close/>
                          <a:moveTo>
                            <a:pt x="1829" y="5576"/>
                          </a:moveTo>
                          <a:lnTo>
                            <a:pt x="1838" y="5951"/>
                          </a:lnTo>
                          <a:lnTo>
                            <a:pt x="946" y="6861"/>
                          </a:lnTo>
                          <a:lnTo>
                            <a:pt x="393" y="6861"/>
                          </a:lnTo>
                          <a:cubicBezTo>
                            <a:pt x="366" y="6790"/>
                            <a:pt x="339" y="6709"/>
                            <a:pt x="313" y="6638"/>
                          </a:cubicBezTo>
                          <a:lnTo>
                            <a:pt x="955" y="6638"/>
                          </a:lnTo>
                          <a:lnTo>
                            <a:pt x="1624" y="5933"/>
                          </a:lnTo>
                          <a:lnTo>
                            <a:pt x="1624" y="5576"/>
                          </a:lnTo>
                          <a:close/>
                          <a:moveTo>
                            <a:pt x="759" y="8262"/>
                          </a:moveTo>
                          <a:lnTo>
                            <a:pt x="946" y="8395"/>
                          </a:lnTo>
                          <a:lnTo>
                            <a:pt x="1348" y="8395"/>
                          </a:lnTo>
                          <a:cubicBezTo>
                            <a:pt x="1348" y="8404"/>
                            <a:pt x="1348" y="8404"/>
                            <a:pt x="1348" y="8413"/>
                          </a:cubicBezTo>
                          <a:lnTo>
                            <a:pt x="1348" y="8503"/>
                          </a:lnTo>
                          <a:lnTo>
                            <a:pt x="955" y="8503"/>
                          </a:lnTo>
                          <a:lnTo>
                            <a:pt x="768" y="8378"/>
                          </a:lnTo>
                          <a:lnTo>
                            <a:pt x="455" y="8378"/>
                          </a:lnTo>
                          <a:cubicBezTo>
                            <a:pt x="464" y="8342"/>
                            <a:pt x="464" y="8297"/>
                            <a:pt x="473" y="8262"/>
                          </a:cubicBezTo>
                          <a:close/>
                          <a:moveTo>
                            <a:pt x="759" y="8395"/>
                          </a:moveTo>
                          <a:lnTo>
                            <a:pt x="946" y="8520"/>
                          </a:lnTo>
                          <a:lnTo>
                            <a:pt x="1348" y="8520"/>
                          </a:lnTo>
                          <a:lnTo>
                            <a:pt x="1348" y="8592"/>
                          </a:lnTo>
                          <a:lnTo>
                            <a:pt x="919" y="8592"/>
                          </a:lnTo>
                          <a:lnTo>
                            <a:pt x="794" y="8717"/>
                          </a:lnTo>
                          <a:lnTo>
                            <a:pt x="447" y="8717"/>
                          </a:lnTo>
                          <a:cubicBezTo>
                            <a:pt x="447" y="8619"/>
                            <a:pt x="447" y="8511"/>
                            <a:pt x="455" y="8395"/>
                          </a:cubicBezTo>
                          <a:close/>
                          <a:moveTo>
                            <a:pt x="1348" y="8610"/>
                          </a:moveTo>
                          <a:lnTo>
                            <a:pt x="1348" y="8690"/>
                          </a:lnTo>
                          <a:lnTo>
                            <a:pt x="946" y="8690"/>
                          </a:lnTo>
                          <a:lnTo>
                            <a:pt x="794" y="8824"/>
                          </a:lnTo>
                          <a:lnTo>
                            <a:pt x="455" y="8824"/>
                          </a:lnTo>
                          <a:cubicBezTo>
                            <a:pt x="455" y="8797"/>
                            <a:pt x="455" y="8761"/>
                            <a:pt x="447" y="8734"/>
                          </a:cubicBezTo>
                          <a:lnTo>
                            <a:pt x="803" y="8734"/>
                          </a:lnTo>
                          <a:lnTo>
                            <a:pt x="928" y="8610"/>
                          </a:lnTo>
                          <a:close/>
                          <a:moveTo>
                            <a:pt x="4970" y="8181"/>
                          </a:moveTo>
                          <a:lnTo>
                            <a:pt x="4970" y="8315"/>
                          </a:lnTo>
                          <a:lnTo>
                            <a:pt x="4675" y="8315"/>
                          </a:lnTo>
                          <a:lnTo>
                            <a:pt x="4309" y="8699"/>
                          </a:lnTo>
                          <a:lnTo>
                            <a:pt x="4309" y="9002"/>
                          </a:lnTo>
                          <a:lnTo>
                            <a:pt x="4149" y="9002"/>
                          </a:lnTo>
                          <a:lnTo>
                            <a:pt x="4149" y="8699"/>
                          </a:lnTo>
                          <a:lnTo>
                            <a:pt x="4684" y="8181"/>
                          </a:lnTo>
                          <a:close/>
                          <a:moveTo>
                            <a:pt x="4970" y="8333"/>
                          </a:moveTo>
                          <a:lnTo>
                            <a:pt x="4970" y="8529"/>
                          </a:lnTo>
                          <a:lnTo>
                            <a:pt x="4684" y="8529"/>
                          </a:lnTo>
                          <a:lnTo>
                            <a:pt x="4425" y="8761"/>
                          </a:lnTo>
                          <a:lnTo>
                            <a:pt x="4425" y="9002"/>
                          </a:lnTo>
                          <a:lnTo>
                            <a:pt x="4327" y="9002"/>
                          </a:lnTo>
                          <a:lnTo>
                            <a:pt x="4327" y="8699"/>
                          </a:lnTo>
                          <a:lnTo>
                            <a:pt x="4684" y="8333"/>
                          </a:lnTo>
                          <a:close/>
                          <a:moveTo>
                            <a:pt x="3506" y="1821"/>
                          </a:moveTo>
                          <a:lnTo>
                            <a:pt x="3506" y="1901"/>
                          </a:lnTo>
                          <a:cubicBezTo>
                            <a:pt x="3506" y="1972"/>
                            <a:pt x="3551" y="2035"/>
                            <a:pt x="3622" y="2053"/>
                          </a:cubicBezTo>
                          <a:cubicBezTo>
                            <a:pt x="3631" y="2053"/>
                            <a:pt x="3649" y="2062"/>
                            <a:pt x="3658" y="2062"/>
                          </a:cubicBezTo>
                          <a:lnTo>
                            <a:pt x="3756" y="2062"/>
                          </a:lnTo>
                          <a:lnTo>
                            <a:pt x="3756" y="2802"/>
                          </a:lnTo>
                          <a:lnTo>
                            <a:pt x="2721" y="3846"/>
                          </a:lnTo>
                          <a:lnTo>
                            <a:pt x="1990" y="3846"/>
                          </a:lnTo>
                          <a:lnTo>
                            <a:pt x="1856" y="3971"/>
                          </a:lnTo>
                          <a:lnTo>
                            <a:pt x="1856" y="4470"/>
                          </a:lnTo>
                          <a:lnTo>
                            <a:pt x="1874" y="4470"/>
                          </a:lnTo>
                          <a:lnTo>
                            <a:pt x="1874" y="3980"/>
                          </a:lnTo>
                          <a:lnTo>
                            <a:pt x="1999" y="3864"/>
                          </a:lnTo>
                          <a:lnTo>
                            <a:pt x="2730" y="3864"/>
                          </a:lnTo>
                          <a:lnTo>
                            <a:pt x="3774" y="2811"/>
                          </a:lnTo>
                          <a:lnTo>
                            <a:pt x="3774" y="2062"/>
                          </a:lnTo>
                          <a:lnTo>
                            <a:pt x="3890" y="2062"/>
                          </a:lnTo>
                          <a:lnTo>
                            <a:pt x="3890" y="2802"/>
                          </a:lnTo>
                          <a:lnTo>
                            <a:pt x="3043" y="3641"/>
                          </a:lnTo>
                          <a:lnTo>
                            <a:pt x="3043" y="3650"/>
                          </a:lnTo>
                          <a:lnTo>
                            <a:pt x="3043" y="4925"/>
                          </a:lnTo>
                          <a:lnTo>
                            <a:pt x="3399" y="5300"/>
                          </a:lnTo>
                          <a:lnTo>
                            <a:pt x="4140" y="5300"/>
                          </a:lnTo>
                          <a:lnTo>
                            <a:pt x="4140" y="5282"/>
                          </a:lnTo>
                          <a:lnTo>
                            <a:pt x="3417" y="5282"/>
                          </a:lnTo>
                          <a:lnTo>
                            <a:pt x="3060" y="4916"/>
                          </a:lnTo>
                          <a:lnTo>
                            <a:pt x="3060" y="3658"/>
                          </a:lnTo>
                          <a:lnTo>
                            <a:pt x="3908" y="2820"/>
                          </a:lnTo>
                          <a:lnTo>
                            <a:pt x="3908" y="2811"/>
                          </a:lnTo>
                          <a:lnTo>
                            <a:pt x="3908" y="2062"/>
                          </a:lnTo>
                          <a:lnTo>
                            <a:pt x="4024" y="2062"/>
                          </a:lnTo>
                          <a:lnTo>
                            <a:pt x="4024" y="2793"/>
                          </a:lnTo>
                          <a:lnTo>
                            <a:pt x="3176" y="3650"/>
                          </a:lnTo>
                          <a:lnTo>
                            <a:pt x="3176" y="4756"/>
                          </a:lnTo>
                          <a:lnTo>
                            <a:pt x="3542" y="5095"/>
                          </a:lnTo>
                          <a:lnTo>
                            <a:pt x="4140" y="5095"/>
                          </a:lnTo>
                          <a:lnTo>
                            <a:pt x="4140" y="5077"/>
                          </a:lnTo>
                          <a:lnTo>
                            <a:pt x="3551" y="5077"/>
                          </a:lnTo>
                          <a:lnTo>
                            <a:pt x="3194" y="4747"/>
                          </a:lnTo>
                          <a:lnTo>
                            <a:pt x="3194" y="3658"/>
                          </a:lnTo>
                          <a:lnTo>
                            <a:pt x="4042" y="2802"/>
                          </a:lnTo>
                          <a:lnTo>
                            <a:pt x="4042" y="2062"/>
                          </a:lnTo>
                          <a:lnTo>
                            <a:pt x="4149" y="2062"/>
                          </a:lnTo>
                          <a:cubicBezTo>
                            <a:pt x="4158" y="2062"/>
                            <a:pt x="4176" y="2053"/>
                            <a:pt x="4184" y="2053"/>
                          </a:cubicBezTo>
                          <a:cubicBezTo>
                            <a:pt x="4256" y="2035"/>
                            <a:pt x="4300" y="1972"/>
                            <a:pt x="4300" y="1901"/>
                          </a:cubicBezTo>
                          <a:lnTo>
                            <a:pt x="4300" y="1856"/>
                          </a:lnTo>
                          <a:lnTo>
                            <a:pt x="4613" y="1856"/>
                          </a:lnTo>
                          <a:lnTo>
                            <a:pt x="4720" y="1946"/>
                          </a:lnTo>
                          <a:lnTo>
                            <a:pt x="4970" y="1946"/>
                          </a:lnTo>
                          <a:lnTo>
                            <a:pt x="4970" y="3168"/>
                          </a:lnTo>
                          <a:lnTo>
                            <a:pt x="4488" y="3168"/>
                          </a:lnTo>
                          <a:lnTo>
                            <a:pt x="4051" y="3578"/>
                          </a:lnTo>
                          <a:cubicBezTo>
                            <a:pt x="4042" y="3569"/>
                            <a:pt x="4033" y="3560"/>
                            <a:pt x="4015" y="3560"/>
                          </a:cubicBezTo>
                          <a:cubicBezTo>
                            <a:pt x="3988" y="3560"/>
                            <a:pt x="3961" y="3587"/>
                            <a:pt x="3961" y="3614"/>
                          </a:cubicBezTo>
                          <a:cubicBezTo>
                            <a:pt x="3961" y="3650"/>
                            <a:pt x="3988" y="3667"/>
                            <a:pt x="4015" y="3667"/>
                          </a:cubicBezTo>
                          <a:cubicBezTo>
                            <a:pt x="4051" y="3667"/>
                            <a:pt x="4068" y="3650"/>
                            <a:pt x="4068" y="3614"/>
                          </a:cubicBezTo>
                          <a:cubicBezTo>
                            <a:pt x="4068" y="3605"/>
                            <a:pt x="4068" y="3596"/>
                            <a:pt x="4060" y="3587"/>
                          </a:cubicBezTo>
                          <a:lnTo>
                            <a:pt x="4488" y="3186"/>
                          </a:lnTo>
                          <a:lnTo>
                            <a:pt x="4970" y="3186"/>
                          </a:lnTo>
                          <a:lnTo>
                            <a:pt x="4970" y="3337"/>
                          </a:lnTo>
                          <a:lnTo>
                            <a:pt x="4550" y="3337"/>
                          </a:lnTo>
                          <a:lnTo>
                            <a:pt x="4292" y="3569"/>
                          </a:lnTo>
                          <a:cubicBezTo>
                            <a:pt x="4283" y="3569"/>
                            <a:pt x="4274" y="3560"/>
                            <a:pt x="4256" y="3560"/>
                          </a:cubicBezTo>
                          <a:cubicBezTo>
                            <a:pt x="4229" y="3560"/>
                            <a:pt x="4202" y="3587"/>
                            <a:pt x="4202" y="3614"/>
                          </a:cubicBezTo>
                          <a:cubicBezTo>
                            <a:pt x="4202" y="3650"/>
                            <a:pt x="4229" y="3667"/>
                            <a:pt x="4256" y="3667"/>
                          </a:cubicBezTo>
                          <a:cubicBezTo>
                            <a:pt x="4292" y="3667"/>
                            <a:pt x="4309" y="3650"/>
                            <a:pt x="4309" y="3614"/>
                          </a:cubicBezTo>
                          <a:cubicBezTo>
                            <a:pt x="4309" y="3605"/>
                            <a:pt x="4309" y="3596"/>
                            <a:pt x="4300" y="3587"/>
                          </a:cubicBezTo>
                          <a:lnTo>
                            <a:pt x="4559" y="3355"/>
                          </a:lnTo>
                          <a:lnTo>
                            <a:pt x="4970" y="3355"/>
                          </a:lnTo>
                          <a:lnTo>
                            <a:pt x="4970" y="3435"/>
                          </a:lnTo>
                          <a:lnTo>
                            <a:pt x="4684" y="3435"/>
                          </a:lnTo>
                          <a:lnTo>
                            <a:pt x="4523" y="3569"/>
                          </a:lnTo>
                          <a:cubicBezTo>
                            <a:pt x="4523" y="3569"/>
                            <a:pt x="4515" y="3560"/>
                            <a:pt x="4506" y="3560"/>
                          </a:cubicBezTo>
                          <a:cubicBezTo>
                            <a:pt x="4470" y="3560"/>
                            <a:pt x="4452" y="3587"/>
                            <a:pt x="4452" y="3614"/>
                          </a:cubicBezTo>
                          <a:cubicBezTo>
                            <a:pt x="4452" y="3650"/>
                            <a:pt x="4470" y="3667"/>
                            <a:pt x="4506" y="3667"/>
                          </a:cubicBezTo>
                          <a:cubicBezTo>
                            <a:pt x="4532" y="3667"/>
                            <a:pt x="4559" y="3650"/>
                            <a:pt x="4559" y="3614"/>
                          </a:cubicBezTo>
                          <a:cubicBezTo>
                            <a:pt x="4559" y="3605"/>
                            <a:pt x="4550" y="3587"/>
                            <a:pt x="4541" y="3578"/>
                          </a:cubicBezTo>
                          <a:lnTo>
                            <a:pt x="4693" y="3453"/>
                          </a:lnTo>
                          <a:lnTo>
                            <a:pt x="4970" y="3453"/>
                          </a:lnTo>
                          <a:lnTo>
                            <a:pt x="4970" y="4104"/>
                          </a:lnTo>
                          <a:lnTo>
                            <a:pt x="4399" y="4104"/>
                          </a:lnTo>
                          <a:lnTo>
                            <a:pt x="4247" y="3944"/>
                          </a:lnTo>
                          <a:cubicBezTo>
                            <a:pt x="4256" y="3935"/>
                            <a:pt x="4256" y="3926"/>
                            <a:pt x="4256" y="3917"/>
                          </a:cubicBezTo>
                          <a:cubicBezTo>
                            <a:pt x="4256" y="3881"/>
                            <a:pt x="4238" y="3864"/>
                            <a:pt x="4202" y="3864"/>
                          </a:cubicBezTo>
                          <a:cubicBezTo>
                            <a:pt x="4176" y="3864"/>
                            <a:pt x="4149" y="3881"/>
                            <a:pt x="4149" y="3917"/>
                          </a:cubicBezTo>
                          <a:cubicBezTo>
                            <a:pt x="4149" y="3944"/>
                            <a:pt x="4176" y="3971"/>
                            <a:pt x="4202" y="3971"/>
                          </a:cubicBezTo>
                          <a:cubicBezTo>
                            <a:pt x="4220" y="3971"/>
                            <a:pt x="4229" y="3962"/>
                            <a:pt x="4238" y="3962"/>
                          </a:cubicBezTo>
                          <a:lnTo>
                            <a:pt x="4390" y="4122"/>
                          </a:lnTo>
                          <a:lnTo>
                            <a:pt x="4970" y="4122"/>
                          </a:lnTo>
                          <a:lnTo>
                            <a:pt x="4970" y="4238"/>
                          </a:lnTo>
                          <a:lnTo>
                            <a:pt x="4300" y="4238"/>
                          </a:lnTo>
                          <a:lnTo>
                            <a:pt x="4024" y="3953"/>
                          </a:lnTo>
                          <a:cubicBezTo>
                            <a:pt x="4033" y="3944"/>
                            <a:pt x="4033" y="3926"/>
                            <a:pt x="4033" y="3917"/>
                          </a:cubicBezTo>
                          <a:cubicBezTo>
                            <a:pt x="4033" y="3881"/>
                            <a:pt x="4015" y="3864"/>
                            <a:pt x="3979" y="3864"/>
                          </a:cubicBezTo>
                          <a:cubicBezTo>
                            <a:pt x="3953" y="3864"/>
                            <a:pt x="3926" y="3881"/>
                            <a:pt x="3926" y="3917"/>
                          </a:cubicBezTo>
                          <a:cubicBezTo>
                            <a:pt x="3926" y="3944"/>
                            <a:pt x="3953" y="3971"/>
                            <a:pt x="3979" y="3971"/>
                          </a:cubicBezTo>
                          <a:cubicBezTo>
                            <a:pt x="3988" y="3971"/>
                            <a:pt x="3997" y="3962"/>
                            <a:pt x="4006" y="3962"/>
                          </a:cubicBezTo>
                          <a:lnTo>
                            <a:pt x="4292" y="4256"/>
                          </a:lnTo>
                          <a:lnTo>
                            <a:pt x="4970" y="4256"/>
                          </a:lnTo>
                          <a:lnTo>
                            <a:pt x="4970" y="4354"/>
                          </a:lnTo>
                          <a:lnTo>
                            <a:pt x="4211" y="4354"/>
                          </a:lnTo>
                          <a:lnTo>
                            <a:pt x="3810" y="3944"/>
                          </a:lnTo>
                          <a:cubicBezTo>
                            <a:pt x="3819" y="3935"/>
                            <a:pt x="3819" y="3926"/>
                            <a:pt x="3819" y="3917"/>
                          </a:cubicBezTo>
                          <a:cubicBezTo>
                            <a:pt x="3819" y="3881"/>
                            <a:pt x="3801" y="3864"/>
                            <a:pt x="3765" y="3864"/>
                          </a:cubicBezTo>
                          <a:cubicBezTo>
                            <a:pt x="3738" y="3864"/>
                            <a:pt x="3712" y="3881"/>
                            <a:pt x="3712" y="3917"/>
                          </a:cubicBezTo>
                          <a:cubicBezTo>
                            <a:pt x="3712" y="3944"/>
                            <a:pt x="3738" y="3971"/>
                            <a:pt x="3765" y="3971"/>
                          </a:cubicBezTo>
                          <a:cubicBezTo>
                            <a:pt x="3783" y="3971"/>
                            <a:pt x="3792" y="3962"/>
                            <a:pt x="3801" y="3962"/>
                          </a:cubicBezTo>
                          <a:lnTo>
                            <a:pt x="4202" y="4372"/>
                          </a:lnTo>
                          <a:lnTo>
                            <a:pt x="4970" y="4372"/>
                          </a:lnTo>
                          <a:lnTo>
                            <a:pt x="4970" y="8164"/>
                          </a:lnTo>
                          <a:lnTo>
                            <a:pt x="4675" y="8164"/>
                          </a:lnTo>
                          <a:lnTo>
                            <a:pt x="4131" y="8690"/>
                          </a:lnTo>
                          <a:lnTo>
                            <a:pt x="4131" y="8699"/>
                          </a:lnTo>
                          <a:lnTo>
                            <a:pt x="4131" y="9002"/>
                          </a:lnTo>
                          <a:lnTo>
                            <a:pt x="3997" y="9002"/>
                          </a:lnTo>
                          <a:lnTo>
                            <a:pt x="3997" y="8199"/>
                          </a:lnTo>
                          <a:lnTo>
                            <a:pt x="4773" y="7441"/>
                          </a:lnTo>
                          <a:lnTo>
                            <a:pt x="4773" y="7120"/>
                          </a:lnTo>
                          <a:lnTo>
                            <a:pt x="4791" y="7120"/>
                          </a:lnTo>
                          <a:cubicBezTo>
                            <a:pt x="4818" y="7102"/>
                            <a:pt x="4827" y="7075"/>
                            <a:pt x="4818" y="7048"/>
                          </a:cubicBezTo>
                          <a:cubicBezTo>
                            <a:pt x="4804" y="7028"/>
                            <a:pt x="4786" y="7018"/>
                            <a:pt x="4766" y="7018"/>
                          </a:cubicBezTo>
                          <a:cubicBezTo>
                            <a:pt x="4760" y="7018"/>
                            <a:pt x="4753" y="7019"/>
                            <a:pt x="4746" y="7022"/>
                          </a:cubicBezTo>
                          <a:cubicBezTo>
                            <a:pt x="4720" y="7039"/>
                            <a:pt x="4702" y="7066"/>
                            <a:pt x="4720" y="7093"/>
                          </a:cubicBezTo>
                          <a:cubicBezTo>
                            <a:pt x="4729" y="7111"/>
                            <a:pt x="4746" y="7120"/>
                            <a:pt x="4755" y="7120"/>
                          </a:cubicBezTo>
                          <a:lnTo>
                            <a:pt x="4755" y="7432"/>
                          </a:lnTo>
                          <a:lnTo>
                            <a:pt x="3979" y="8190"/>
                          </a:lnTo>
                          <a:lnTo>
                            <a:pt x="3979" y="9002"/>
                          </a:lnTo>
                          <a:lnTo>
                            <a:pt x="3854" y="9002"/>
                          </a:lnTo>
                          <a:lnTo>
                            <a:pt x="3854" y="8137"/>
                          </a:lnTo>
                          <a:lnTo>
                            <a:pt x="4595" y="7405"/>
                          </a:lnTo>
                          <a:lnTo>
                            <a:pt x="4604" y="7396"/>
                          </a:lnTo>
                          <a:lnTo>
                            <a:pt x="4604" y="7173"/>
                          </a:lnTo>
                          <a:cubicBezTo>
                            <a:pt x="4604" y="7173"/>
                            <a:pt x="4613" y="7173"/>
                            <a:pt x="4613" y="7164"/>
                          </a:cubicBezTo>
                          <a:cubicBezTo>
                            <a:pt x="4639" y="7155"/>
                            <a:pt x="4648" y="7120"/>
                            <a:pt x="4639" y="7093"/>
                          </a:cubicBezTo>
                          <a:cubicBezTo>
                            <a:pt x="4628" y="7076"/>
                            <a:pt x="4613" y="7066"/>
                            <a:pt x="4596" y="7066"/>
                          </a:cubicBezTo>
                          <a:cubicBezTo>
                            <a:pt x="4587" y="7066"/>
                            <a:pt x="4578" y="7069"/>
                            <a:pt x="4568" y="7075"/>
                          </a:cubicBezTo>
                          <a:cubicBezTo>
                            <a:pt x="4541" y="7084"/>
                            <a:pt x="4532" y="7120"/>
                            <a:pt x="4541" y="7147"/>
                          </a:cubicBezTo>
                          <a:cubicBezTo>
                            <a:pt x="4550" y="7164"/>
                            <a:pt x="4568" y="7173"/>
                            <a:pt x="4586" y="7173"/>
                          </a:cubicBezTo>
                          <a:lnTo>
                            <a:pt x="4586" y="7396"/>
                          </a:lnTo>
                          <a:lnTo>
                            <a:pt x="3837" y="8119"/>
                          </a:lnTo>
                          <a:lnTo>
                            <a:pt x="3837" y="8128"/>
                          </a:lnTo>
                          <a:lnTo>
                            <a:pt x="3837" y="9011"/>
                          </a:lnTo>
                          <a:cubicBezTo>
                            <a:pt x="3783" y="9029"/>
                            <a:pt x="3738" y="9082"/>
                            <a:pt x="3738" y="9154"/>
                          </a:cubicBezTo>
                          <a:lnTo>
                            <a:pt x="3738" y="9181"/>
                          </a:lnTo>
                          <a:lnTo>
                            <a:pt x="3346" y="9181"/>
                          </a:lnTo>
                          <a:lnTo>
                            <a:pt x="3132" y="8975"/>
                          </a:lnTo>
                          <a:lnTo>
                            <a:pt x="3132" y="7405"/>
                          </a:lnTo>
                          <a:lnTo>
                            <a:pt x="3774" y="6781"/>
                          </a:lnTo>
                          <a:lnTo>
                            <a:pt x="4167" y="6781"/>
                          </a:lnTo>
                          <a:lnTo>
                            <a:pt x="4167" y="6763"/>
                          </a:lnTo>
                          <a:lnTo>
                            <a:pt x="3765" y="6763"/>
                          </a:lnTo>
                          <a:lnTo>
                            <a:pt x="3123" y="7396"/>
                          </a:lnTo>
                          <a:lnTo>
                            <a:pt x="3114" y="7396"/>
                          </a:lnTo>
                          <a:lnTo>
                            <a:pt x="3114" y="8975"/>
                          </a:lnTo>
                          <a:lnTo>
                            <a:pt x="3337" y="9198"/>
                          </a:lnTo>
                          <a:lnTo>
                            <a:pt x="3738" y="9198"/>
                          </a:lnTo>
                          <a:lnTo>
                            <a:pt x="3738" y="9386"/>
                          </a:lnTo>
                          <a:lnTo>
                            <a:pt x="3221" y="9386"/>
                          </a:lnTo>
                          <a:lnTo>
                            <a:pt x="2891" y="9029"/>
                          </a:lnTo>
                          <a:lnTo>
                            <a:pt x="2891" y="7405"/>
                          </a:lnTo>
                          <a:lnTo>
                            <a:pt x="3774" y="6531"/>
                          </a:lnTo>
                          <a:lnTo>
                            <a:pt x="4140" y="6531"/>
                          </a:lnTo>
                          <a:lnTo>
                            <a:pt x="4140" y="6513"/>
                          </a:lnTo>
                          <a:lnTo>
                            <a:pt x="3765" y="6513"/>
                          </a:lnTo>
                          <a:lnTo>
                            <a:pt x="2873" y="7396"/>
                          </a:lnTo>
                          <a:lnTo>
                            <a:pt x="2873" y="9038"/>
                          </a:lnTo>
                          <a:lnTo>
                            <a:pt x="3212" y="9404"/>
                          </a:lnTo>
                          <a:lnTo>
                            <a:pt x="3738" y="9404"/>
                          </a:lnTo>
                          <a:lnTo>
                            <a:pt x="3738" y="9493"/>
                          </a:lnTo>
                          <a:lnTo>
                            <a:pt x="3096" y="9493"/>
                          </a:lnTo>
                          <a:lnTo>
                            <a:pt x="2730" y="9145"/>
                          </a:lnTo>
                          <a:lnTo>
                            <a:pt x="2730" y="8627"/>
                          </a:lnTo>
                          <a:lnTo>
                            <a:pt x="2489" y="8378"/>
                          </a:lnTo>
                          <a:lnTo>
                            <a:pt x="1838" y="8378"/>
                          </a:lnTo>
                          <a:lnTo>
                            <a:pt x="1838" y="8387"/>
                          </a:lnTo>
                          <a:cubicBezTo>
                            <a:pt x="1829" y="8342"/>
                            <a:pt x="1794" y="8315"/>
                            <a:pt x="1749" y="8315"/>
                          </a:cubicBezTo>
                          <a:lnTo>
                            <a:pt x="1490" y="8315"/>
                          </a:lnTo>
                          <a:lnTo>
                            <a:pt x="1490" y="7762"/>
                          </a:lnTo>
                          <a:lnTo>
                            <a:pt x="3212" y="6031"/>
                          </a:lnTo>
                          <a:lnTo>
                            <a:pt x="4140" y="6031"/>
                          </a:lnTo>
                          <a:lnTo>
                            <a:pt x="4140" y="6014"/>
                          </a:lnTo>
                          <a:lnTo>
                            <a:pt x="3203" y="6014"/>
                          </a:lnTo>
                          <a:lnTo>
                            <a:pt x="1472" y="7753"/>
                          </a:lnTo>
                          <a:lnTo>
                            <a:pt x="1472" y="8315"/>
                          </a:lnTo>
                          <a:lnTo>
                            <a:pt x="1446" y="8315"/>
                          </a:lnTo>
                          <a:cubicBezTo>
                            <a:pt x="1401" y="8315"/>
                            <a:pt x="1356" y="8342"/>
                            <a:pt x="1348" y="8387"/>
                          </a:cubicBezTo>
                          <a:lnTo>
                            <a:pt x="1348" y="8378"/>
                          </a:lnTo>
                          <a:lnTo>
                            <a:pt x="955" y="8378"/>
                          </a:lnTo>
                          <a:lnTo>
                            <a:pt x="759" y="8244"/>
                          </a:lnTo>
                          <a:lnTo>
                            <a:pt x="473" y="8244"/>
                          </a:lnTo>
                          <a:cubicBezTo>
                            <a:pt x="473" y="8199"/>
                            <a:pt x="482" y="8164"/>
                            <a:pt x="482" y="8119"/>
                          </a:cubicBezTo>
                          <a:lnTo>
                            <a:pt x="678" y="8119"/>
                          </a:lnTo>
                          <a:cubicBezTo>
                            <a:pt x="678" y="8128"/>
                            <a:pt x="678" y="8128"/>
                            <a:pt x="687" y="8137"/>
                          </a:cubicBezTo>
                          <a:cubicBezTo>
                            <a:pt x="693" y="8154"/>
                            <a:pt x="710" y="8164"/>
                            <a:pt x="729" y="8164"/>
                          </a:cubicBezTo>
                          <a:cubicBezTo>
                            <a:pt x="739" y="8164"/>
                            <a:pt x="749" y="8161"/>
                            <a:pt x="759" y="8155"/>
                          </a:cubicBezTo>
                          <a:cubicBezTo>
                            <a:pt x="786" y="8146"/>
                            <a:pt x="794" y="8110"/>
                            <a:pt x="777" y="8083"/>
                          </a:cubicBezTo>
                          <a:cubicBezTo>
                            <a:pt x="771" y="8066"/>
                            <a:pt x="754" y="8056"/>
                            <a:pt x="735" y="8056"/>
                          </a:cubicBezTo>
                          <a:cubicBezTo>
                            <a:pt x="725" y="8056"/>
                            <a:pt x="715" y="8059"/>
                            <a:pt x="705" y="8065"/>
                          </a:cubicBezTo>
                          <a:cubicBezTo>
                            <a:pt x="696" y="8074"/>
                            <a:pt x="687" y="8083"/>
                            <a:pt x="678" y="8101"/>
                          </a:cubicBezTo>
                          <a:lnTo>
                            <a:pt x="491" y="8101"/>
                          </a:lnTo>
                          <a:cubicBezTo>
                            <a:pt x="491" y="8083"/>
                            <a:pt x="491" y="8056"/>
                            <a:pt x="491" y="8039"/>
                          </a:cubicBezTo>
                          <a:cubicBezTo>
                            <a:pt x="500" y="8003"/>
                            <a:pt x="500" y="7976"/>
                            <a:pt x="500" y="7941"/>
                          </a:cubicBezTo>
                          <a:lnTo>
                            <a:pt x="830" y="7941"/>
                          </a:lnTo>
                          <a:cubicBezTo>
                            <a:pt x="830" y="7949"/>
                            <a:pt x="830" y="7958"/>
                            <a:pt x="830" y="7958"/>
                          </a:cubicBezTo>
                          <a:cubicBezTo>
                            <a:pt x="844" y="7978"/>
                            <a:pt x="867" y="7988"/>
                            <a:pt x="885" y="7988"/>
                          </a:cubicBezTo>
                          <a:cubicBezTo>
                            <a:pt x="891" y="7988"/>
                            <a:pt x="897" y="7987"/>
                            <a:pt x="902" y="7985"/>
                          </a:cubicBezTo>
                          <a:cubicBezTo>
                            <a:pt x="928" y="7967"/>
                            <a:pt x="946" y="7941"/>
                            <a:pt x="928" y="7914"/>
                          </a:cubicBezTo>
                          <a:cubicBezTo>
                            <a:pt x="922" y="7894"/>
                            <a:pt x="900" y="7884"/>
                            <a:pt x="878" y="7884"/>
                          </a:cubicBezTo>
                          <a:cubicBezTo>
                            <a:pt x="871" y="7884"/>
                            <a:pt x="864" y="7885"/>
                            <a:pt x="857" y="7887"/>
                          </a:cubicBezTo>
                          <a:cubicBezTo>
                            <a:pt x="839" y="7896"/>
                            <a:pt x="830" y="7914"/>
                            <a:pt x="830" y="7923"/>
                          </a:cubicBezTo>
                          <a:lnTo>
                            <a:pt x="509" y="7923"/>
                          </a:lnTo>
                          <a:cubicBezTo>
                            <a:pt x="509" y="7869"/>
                            <a:pt x="518" y="7816"/>
                            <a:pt x="518" y="7771"/>
                          </a:cubicBezTo>
                          <a:lnTo>
                            <a:pt x="964" y="7771"/>
                          </a:lnTo>
                          <a:cubicBezTo>
                            <a:pt x="964" y="7771"/>
                            <a:pt x="964" y="7780"/>
                            <a:pt x="964" y="7780"/>
                          </a:cubicBezTo>
                          <a:cubicBezTo>
                            <a:pt x="977" y="7800"/>
                            <a:pt x="996" y="7810"/>
                            <a:pt x="1015" y="7810"/>
                          </a:cubicBezTo>
                          <a:cubicBezTo>
                            <a:pt x="1022" y="7810"/>
                            <a:pt x="1029" y="7809"/>
                            <a:pt x="1035" y="7807"/>
                          </a:cubicBezTo>
                          <a:cubicBezTo>
                            <a:pt x="1062" y="7789"/>
                            <a:pt x="1071" y="7762"/>
                            <a:pt x="1062" y="7735"/>
                          </a:cubicBezTo>
                          <a:cubicBezTo>
                            <a:pt x="1049" y="7715"/>
                            <a:pt x="1030" y="7705"/>
                            <a:pt x="1011" y="7705"/>
                          </a:cubicBezTo>
                          <a:cubicBezTo>
                            <a:pt x="1004" y="7705"/>
                            <a:pt x="997" y="7706"/>
                            <a:pt x="991" y="7709"/>
                          </a:cubicBezTo>
                          <a:cubicBezTo>
                            <a:pt x="973" y="7717"/>
                            <a:pt x="964" y="7735"/>
                            <a:pt x="964" y="7753"/>
                          </a:cubicBezTo>
                          <a:lnTo>
                            <a:pt x="527" y="7753"/>
                          </a:lnTo>
                          <a:cubicBezTo>
                            <a:pt x="527" y="7700"/>
                            <a:pt x="536" y="7646"/>
                            <a:pt x="536" y="7593"/>
                          </a:cubicBezTo>
                          <a:lnTo>
                            <a:pt x="1107" y="7593"/>
                          </a:lnTo>
                          <a:cubicBezTo>
                            <a:pt x="1107" y="7602"/>
                            <a:pt x="1107" y="7610"/>
                            <a:pt x="1107" y="7610"/>
                          </a:cubicBezTo>
                          <a:cubicBezTo>
                            <a:pt x="1120" y="7631"/>
                            <a:pt x="1138" y="7641"/>
                            <a:pt x="1158" y="7641"/>
                          </a:cubicBezTo>
                          <a:cubicBezTo>
                            <a:pt x="1165" y="7641"/>
                            <a:pt x="1171" y="7639"/>
                            <a:pt x="1178" y="7637"/>
                          </a:cubicBezTo>
                          <a:cubicBezTo>
                            <a:pt x="1205" y="7619"/>
                            <a:pt x="1223" y="7593"/>
                            <a:pt x="1205" y="7566"/>
                          </a:cubicBezTo>
                          <a:cubicBezTo>
                            <a:pt x="1198" y="7547"/>
                            <a:pt x="1178" y="7532"/>
                            <a:pt x="1157" y="7532"/>
                          </a:cubicBezTo>
                          <a:cubicBezTo>
                            <a:pt x="1149" y="7532"/>
                            <a:pt x="1141" y="7534"/>
                            <a:pt x="1133" y="7539"/>
                          </a:cubicBezTo>
                          <a:cubicBezTo>
                            <a:pt x="1116" y="7548"/>
                            <a:pt x="1107" y="7566"/>
                            <a:pt x="1107" y="7575"/>
                          </a:cubicBezTo>
                          <a:lnTo>
                            <a:pt x="536" y="7575"/>
                          </a:lnTo>
                          <a:cubicBezTo>
                            <a:pt x="536" y="7539"/>
                            <a:pt x="536" y="7503"/>
                            <a:pt x="536" y="7468"/>
                          </a:cubicBezTo>
                          <a:lnTo>
                            <a:pt x="1330" y="7468"/>
                          </a:lnTo>
                          <a:lnTo>
                            <a:pt x="2507" y="6290"/>
                          </a:lnTo>
                          <a:cubicBezTo>
                            <a:pt x="2516" y="6299"/>
                            <a:pt x="2534" y="6308"/>
                            <a:pt x="2543" y="6308"/>
                          </a:cubicBezTo>
                          <a:cubicBezTo>
                            <a:pt x="2579" y="6308"/>
                            <a:pt x="2597" y="6281"/>
                            <a:pt x="2597" y="6254"/>
                          </a:cubicBezTo>
                          <a:cubicBezTo>
                            <a:pt x="2597" y="6228"/>
                            <a:pt x="2579" y="6201"/>
                            <a:pt x="2543" y="6201"/>
                          </a:cubicBezTo>
                          <a:cubicBezTo>
                            <a:pt x="2516" y="6201"/>
                            <a:pt x="2489" y="6228"/>
                            <a:pt x="2489" y="6254"/>
                          </a:cubicBezTo>
                          <a:cubicBezTo>
                            <a:pt x="2489" y="6263"/>
                            <a:pt x="2498" y="6272"/>
                            <a:pt x="2498" y="6281"/>
                          </a:cubicBezTo>
                          <a:lnTo>
                            <a:pt x="1321" y="7450"/>
                          </a:lnTo>
                          <a:lnTo>
                            <a:pt x="536" y="7450"/>
                          </a:lnTo>
                          <a:cubicBezTo>
                            <a:pt x="536" y="7396"/>
                            <a:pt x="536" y="7343"/>
                            <a:pt x="527" y="7289"/>
                          </a:cubicBezTo>
                          <a:cubicBezTo>
                            <a:pt x="518" y="7280"/>
                            <a:pt x="518" y="7271"/>
                            <a:pt x="518" y="7254"/>
                          </a:cubicBezTo>
                          <a:lnTo>
                            <a:pt x="1205" y="7254"/>
                          </a:lnTo>
                          <a:lnTo>
                            <a:pt x="2177" y="6290"/>
                          </a:lnTo>
                          <a:cubicBezTo>
                            <a:pt x="2186" y="6299"/>
                            <a:pt x="2195" y="6308"/>
                            <a:pt x="2213" y="6308"/>
                          </a:cubicBezTo>
                          <a:cubicBezTo>
                            <a:pt x="2240" y="6308"/>
                            <a:pt x="2266" y="6281"/>
                            <a:pt x="2266" y="6254"/>
                          </a:cubicBezTo>
                          <a:cubicBezTo>
                            <a:pt x="2266" y="6228"/>
                            <a:pt x="2240" y="6201"/>
                            <a:pt x="2213" y="6201"/>
                          </a:cubicBezTo>
                          <a:cubicBezTo>
                            <a:pt x="2186" y="6201"/>
                            <a:pt x="2159" y="6228"/>
                            <a:pt x="2159" y="6254"/>
                          </a:cubicBezTo>
                          <a:cubicBezTo>
                            <a:pt x="2159" y="6263"/>
                            <a:pt x="2159" y="6272"/>
                            <a:pt x="2168" y="6281"/>
                          </a:cubicBezTo>
                          <a:lnTo>
                            <a:pt x="1196" y="7236"/>
                          </a:lnTo>
                          <a:lnTo>
                            <a:pt x="509" y="7236"/>
                          </a:lnTo>
                          <a:cubicBezTo>
                            <a:pt x="500" y="7191"/>
                            <a:pt x="482" y="7129"/>
                            <a:pt x="464" y="7075"/>
                          </a:cubicBezTo>
                          <a:lnTo>
                            <a:pt x="1053" y="7075"/>
                          </a:lnTo>
                          <a:lnTo>
                            <a:pt x="1811" y="6290"/>
                          </a:lnTo>
                          <a:cubicBezTo>
                            <a:pt x="1822" y="6301"/>
                            <a:pt x="1832" y="6305"/>
                            <a:pt x="1843" y="6305"/>
                          </a:cubicBezTo>
                          <a:cubicBezTo>
                            <a:pt x="1850" y="6305"/>
                            <a:pt x="1858" y="6303"/>
                            <a:pt x="1865" y="6299"/>
                          </a:cubicBezTo>
                          <a:cubicBezTo>
                            <a:pt x="1892" y="6290"/>
                            <a:pt x="1910" y="6254"/>
                            <a:pt x="1892" y="6228"/>
                          </a:cubicBezTo>
                          <a:cubicBezTo>
                            <a:pt x="1886" y="6210"/>
                            <a:pt x="1869" y="6201"/>
                            <a:pt x="1851" y="6201"/>
                          </a:cubicBezTo>
                          <a:cubicBezTo>
                            <a:pt x="1840" y="6201"/>
                            <a:pt x="1830" y="6204"/>
                            <a:pt x="1820" y="6210"/>
                          </a:cubicBezTo>
                          <a:cubicBezTo>
                            <a:pt x="1794" y="6219"/>
                            <a:pt x="1785" y="6254"/>
                            <a:pt x="1794" y="6281"/>
                          </a:cubicBezTo>
                          <a:lnTo>
                            <a:pt x="1044" y="7048"/>
                          </a:lnTo>
                          <a:lnTo>
                            <a:pt x="464" y="7048"/>
                          </a:lnTo>
                          <a:cubicBezTo>
                            <a:pt x="447" y="6995"/>
                            <a:pt x="420" y="6941"/>
                            <a:pt x="402" y="6879"/>
                          </a:cubicBezTo>
                          <a:lnTo>
                            <a:pt x="955" y="6879"/>
                          </a:lnTo>
                          <a:lnTo>
                            <a:pt x="1847" y="5960"/>
                          </a:lnTo>
                          <a:lnTo>
                            <a:pt x="1856" y="5951"/>
                          </a:lnTo>
                          <a:lnTo>
                            <a:pt x="1847" y="5576"/>
                          </a:lnTo>
                          <a:lnTo>
                            <a:pt x="1838" y="5576"/>
                          </a:lnTo>
                          <a:cubicBezTo>
                            <a:pt x="1927" y="5576"/>
                            <a:pt x="2008" y="5523"/>
                            <a:pt x="2034" y="5452"/>
                          </a:cubicBezTo>
                          <a:lnTo>
                            <a:pt x="2034" y="5460"/>
                          </a:lnTo>
                          <a:lnTo>
                            <a:pt x="2481" y="5460"/>
                          </a:lnTo>
                          <a:lnTo>
                            <a:pt x="2837" y="5791"/>
                          </a:lnTo>
                          <a:cubicBezTo>
                            <a:pt x="2828" y="5799"/>
                            <a:pt x="2820" y="5808"/>
                            <a:pt x="2820" y="5826"/>
                          </a:cubicBezTo>
                          <a:cubicBezTo>
                            <a:pt x="2820" y="5853"/>
                            <a:pt x="2846" y="5880"/>
                            <a:pt x="2873" y="5880"/>
                          </a:cubicBezTo>
                          <a:cubicBezTo>
                            <a:pt x="2909" y="5880"/>
                            <a:pt x="2927" y="5853"/>
                            <a:pt x="2927" y="5826"/>
                          </a:cubicBezTo>
                          <a:cubicBezTo>
                            <a:pt x="2927" y="5791"/>
                            <a:pt x="2909" y="5773"/>
                            <a:pt x="2873" y="5773"/>
                          </a:cubicBezTo>
                          <a:cubicBezTo>
                            <a:pt x="2864" y="5773"/>
                            <a:pt x="2855" y="5773"/>
                            <a:pt x="2846" y="5782"/>
                          </a:cubicBezTo>
                          <a:lnTo>
                            <a:pt x="2489" y="5443"/>
                          </a:lnTo>
                          <a:lnTo>
                            <a:pt x="2043" y="5443"/>
                          </a:lnTo>
                          <a:cubicBezTo>
                            <a:pt x="2052" y="5416"/>
                            <a:pt x="2061" y="5389"/>
                            <a:pt x="2061" y="5362"/>
                          </a:cubicBezTo>
                          <a:lnTo>
                            <a:pt x="2061" y="5237"/>
                          </a:lnTo>
                          <a:lnTo>
                            <a:pt x="2498" y="5237"/>
                          </a:lnTo>
                          <a:lnTo>
                            <a:pt x="2739" y="5460"/>
                          </a:lnTo>
                          <a:cubicBezTo>
                            <a:pt x="2739" y="5469"/>
                            <a:pt x="2730" y="5478"/>
                            <a:pt x="2730" y="5487"/>
                          </a:cubicBezTo>
                          <a:cubicBezTo>
                            <a:pt x="2730" y="5523"/>
                            <a:pt x="2757" y="5541"/>
                            <a:pt x="2784" y="5541"/>
                          </a:cubicBezTo>
                          <a:cubicBezTo>
                            <a:pt x="2820" y="5541"/>
                            <a:pt x="2837" y="5523"/>
                            <a:pt x="2837" y="5487"/>
                          </a:cubicBezTo>
                          <a:cubicBezTo>
                            <a:pt x="2837" y="5460"/>
                            <a:pt x="2820" y="5434"/>
                            <a:pt x="2784" y="5434"/>
                          </a:cubicBezTo>
                          <a:cubicBezTo>
                            <a:pt x="2775" y="5434"/>
                            <a:pt x="2766" y="5443"/>
                            <a:pt x="2757" y="5452"/>
                          </a:cubicBezTo>
                          <a:lnTo>
                            <a:pt x="2507" y="5220"/>
                          </a:lnTo>
                          <a:lnTo>
                            <a:pt x="2061" y="5220"/>
                          </a:lnTo>
                          <a:lnTo>
                            <a:pt x="2061" y="4997"/>
                          </a:lnTo>
                          <a:lnTo>
                            <a:pt x="2605" y="4997"/>
                          </a:lnTo>
                          <a:lnTo>
                            <a:pt x="3373" y="5773"/>
                          </a:lnTo>
                          <a:lnTo>
                            <a:pt x="4140" y="5773"/>
                          </a:lnTo>
                          <a:lnTo>
                            <a:pt x="4140" y="5755"/>
                          </a:lnTo>
                          <a:lnTo>
                            <a:pt x="3382" y="5755"/>
                          </a:lnTo>
                          <a:lnTo>
                            <a:pt x="2614" y="4988"/>
                          </a:lnTo>
                          <a:lnTo>
                            <a:pt x="2605" y="4979"/>
                          </a:lnTo>
                          <a:lnTo>
                            <a:pt x="2061" y="4979"/>
                          </a:lnTo>
                          <a:lnTo>
                            <a:pt x="2061" y="4702"/>
                          </a:lnTo>
                          <a:lnTo>
                            <a:pt x="2597" y="4702"/>
                          </a:lnTo>
                          <a:lnTo>
                            <a:pt x="3426" y="5532"/>
                          </a:lnTo>
                          <a:lnTo>
                            <a:pt x="3426" y="5541"/>
                          </a:lnTo>
                          <a:lnTo>
                            <a:pt x="4140" y="5541"/>
                          </a:lnTo>
                          <a:lnTo>
                            <a:pt x="4140" y="5523"/>
                          </a:lnTo>
                          <a:lnTo>
                            <a:pt x="3435" y="5523"/>
                          </a:lnTo>
                          <a:lnTo>
                            <a:pt x="2605" y="4684"/>
                          </a:lnTo>
                          <a:lnTo>
                            <a:pt x="2061" y="4684"/>
                          </a:lnTo>
                          <a:lnTo>
                            <a:pt x="2061" y="4693"/>
                          </a:lnTo>
                          <a:cubicBezTo>
                            <a:pt x="2061" y="4568"/>
                            <a:pt x="1963" y="4470"/>
                            <a:pt x="1838" y="4470"/>
                          </a:cubicBezTo>
                          <a:lnTo>
                            <a:pt x="1642" y="4470"/>
                          </a:lnTo>
                          <a:lnTo>
                            <a:pt x="1642" y="3953"/>
                          </a:lnTo>
                          <a:lnTo>
                            <a:pt x="1954" y="3658"/>
                          </a:lnTo>
                          <a:lnTo>
                            <a:pt x="2811" y="3658"/>
                          </a:lnTo>
                          <a:lnTo>
                            <a:pt x="3622" y="2811"/>
                          </a:lnTo>
                          <a:lnTo>
                            <a:pt x="3622" y="2053"/>
                          </a:lnTo>
                          <a:lnTo>
                            <a:pt x="3605" y="2053"/>
                          </a:lnTo>
                          <a:lnTo>
                            <a:pt x="3605" y="2802"/>
                          </a:lnTo>
                          <a:lnTo>
                            <a:pt x="2802" y="3641"/>
                          </a:lnTo>
                          <a:lnTo>
                            <a:pt x="1945" y="3641"/>
                          </a:lnTo>
                          <a:lnTo>
                            <a:pt x="1633" y="3935"/>
                          </a:lnTo>
                          <a:lnTo>
                            <a:pt x="1624" y="3944"/>
                          </a:lnTo>
                          <a:lnTo>
                            <a:pt x="1624" y="4470"/>
                          </a:lnTo>
                          <a:lnTo>
                            <a:pt x="1383" y="4470"/>
                          </a:lnTo>
                          <a:lnTo>
                            <a:pt x="1383" y="3605"/>
                          </a:lnTo>
                          <a:lnTo>
                            <a:pt x="794" y="3052"/>
                          </a:lnTo>
                          <a:cubicBezTo>
                            <a:pt x="812" y="3025"/>
                            <a:pt x="830" y="2998"/>
                            <a:pt x="857" y="2972"/>
                          </a:cubicBezTo>
                          <a:cubicBezTo>
                            <a:pt x="866" y="2945"/>
                            <a:pt x="884" y="2927"/>
                            <a:pt x="910" y="2909"/>
                          </a:cubicBezTo>
                          <a:lnTo>
                            <a:pt x="1196" y="2909"/>
                          </a:lnTo>
                          <a:lnTo>
                            <a:pt x="1490" y="3186"/>
                          </a:lnTo>
                          <a:cubicBezTo>
                            <a:pt x="1490" y="3195"/>
                            <a:pt x="1481" y="3212"/>
                            <a:pt x="1481" y="3221"/>
                          </a:cubicBezTo>
                          <a:cubicBezTo>
                            <a:pt x="1481" y="3248"/>
                            <a:pt x="1508" y="3275"/>
                            <a:pt x="1535" y="3275"/>
                          </a:cubicBezTo>
                          <a:cubicBezTo>
                            <a:pt x="1562" y="3275"/>
                            <a:pt x="1588" y="3248"/>
                            <a:pt x="1588" y="3221"/>
                          </a:cubicBezTo>
                          <a:cubicBezTo>
                            <a:pt x="1588" y="3195"/>
                            <a:pt x="1562" y="3168"/>
                            <a:pt x="1535" y="3168"/>
                          </a:cubicBezTo>
                          <a:cubicBezTo>
                            <a:pt x="1526" y="3168"/>
                            <a:pt x="1517" y="3177"/>
                            <a:pt x="1508" y="3177"/>
                          </a:cubicBezTo>
                          <a:lnTo>
                            <a:pt x="1205" y="2891"/>
                          </a:lnTo>
                          <a:lnTo>
                            <a:pt x="928" y="2891"/>
                          </a:lnTo>
                          <a:cubicBezTo>
                            <a:pt x="973" y="2838"/>
                            <a:pt x="1035" y="2784"/>
                            <a:pt x="1107" y="2731"/>
                          </a:cubicBezTo>
                          <a:lnTo>
                            <a:pt x="1374" y="2731"/>
                          </a:lnTo>
                          <a:lnTo>
                            <a:pt x="1695" y="3043"/>
                          </a:lnTo>
                          <a:cubicBezTo>
                            <a:pt x="1687" y="3052"/>
                            <a:pt x="1678" y="3061"/>
                            <a:pt x="1678" y="3070"/>
                          </a:cubicBezTo>
                          <a:cubicBezTo>
                            <a:pt x="1678" y="3105"/>
                            <a:pt x="1704" y="3123"/>
                            <a:pt x="1731" y="3123"/>
                          </a:cubicBezTo>
                          <a:cubicBezTo>
                            <a:pt x="1767" y="3123"/>
                            <a:pt x="1785" y="3105"/>
                            <a:pt x="1785" y="3070"/>
                          </a:cubicBezTo>
                          <a:cubicBezTo>
                            <a:pt x="1785" y="3043"/>
                            <a:pt x="1767" y="3016"/>
                            <a:pt x="1731" y="3016"/>
                          </a:cubicBezTo>
                          <a:cubicBezTo>
                            <a:pt x="1722" y="3016"/>
                            <a:pt x="1713" y="3025"/>
                            <a:pt x="1704" y="3025"/>
                          </a:cubicBezTo>
                          <a:lnTo>
                            <a:pt x="1383" y="2713"/>
                          </a:lnTo>
                          <a:lnTo>
                            <a:pt x="1125" y="2713"/>
                          </a:lnTo>
                          <a:cubicBezTo>
                            <a:pt x="1169" y="2677"/>
                            <a:pt x="1214" y="2641"/>
                            <a:pt x="1258" y="2615"/>
                          </a:cubicBezTo>
                          <a:lnTo>
                            <a:pt x="1580" y="2615"/>
                          </a:lnTo>
                          <a:lnTo>
                            <a:pt x="1865" y="2891"/>
                          </a:lnTo>
                          <a:cubicBezTo>
                            <a:pt x="1865" y="2900"/>
                            <a:pt x="1856" y="2909"/>
                            <a:pt x="1856" y="2927"/>
                          </a:cubicBezTo>
                          <a:cubicBezTo>
                            <a:pt x="1856" y="2954"/>
                            <a:pt x="1883" y="2980"/>
                            <a:pt x="1910" y="2980"/>
                          </a:cubicBezTo>
                          <a:cubicBezTo>
                            <a:pt x="1945" y="2980"/>
                            <a:pt x="1963" y="2954"/>
                            <a:pt x="1963" y="2927"/>
                          </a:cubicBezTo>
                          <a:cubicBezTo>
                            <a:pt x="1963" y="2891"/>
                            <a:pt x="1945" y="2873"/>
                            <a:pt x="1910" y="2873"/>
                          </a:cubicBezTo>
                          <a:cubicBezTo>
                            <a:pt x="1901" y="2873"/>
                            <a:pt x="1892" y="2873"/>
                            <a:pt x="1883" y="2882"/>
                          </a:cubicBezTo>
                          <a:lnTo>
                            <a:pt x="1588" y="2588"/>
                          </a:lnTo>
                          <a:lnTo>
                            <a:pt x="1285" y="2588"/>
                          </a:lnTo>
                          <a:cubicBezTo>
                            <a:pt x="1356" y="2534"/>
                            <a:pt x="1437" y="2481"/>
                            <a:pt x="1508" y="2427"/>
                          </a:cubicBezTo>
                          <a:lnTo>
                            <a:pt x="2097" y="2427"/>
                          </a:lnTo>
                          <a:lnTo>
                            <a:pt x="2266" y="2311"/>
                          </a:lnTo>
                          <a:lnTo>
                            <a:pt x="2614" y="2311"/>
                          </a:lnTo>
                          <a:cubicBezTo>
                            <a:pt x="2614" y="2338"/>
                            <a:pt x="2632" y="2356"/>
                            <a:pt x="2659" y="2356"/>
                          </a:cubicBezTo>
                          <a:cubicBezTo>
                            <a:pt x="2695" y="2356"/>
                            <a:pt x="2712" y="2329"/>
                            <a:pt x="2712" y="2302"/>
                          </a:cubicBezTo>
                          <a:cubicBezTo>
                            <a:pt x="2712" y="2267"/>
                            <a:pt x="2695" y="2249"/>
                            <a:pt x="2659" y="2249"/>
                          </a:cubicBezTo>
                          <a:cubicBezTo>
                            <a:pt x="2632" y="2249"/>
                            <a:pt x="2614" y="2267"/>
                            <a:pt x="2614" y="2294"/>
                          </a:cubicBezTo>
                          <a:lnTo>
                            <a:pt x="2258" y="2294"/>
                          </a:lnTo>
                          <a:lnTo>
                            <a:pt x="2097" y="2409"/>
                          </a:lnTo>
                          <a:lnTo>
                            <a:pt x="1535" y="2409"/>
                          </a:lnTo>
                          <a:cubicBezTo>
                            <a:pt x="1642" y="2338"/>
                            <a:pt x="1740" y="2267"/>
                            <a:pt x="1811" y="2222"/>
                          </a:cubicBezTo>
                          <a:lnTo>
                            <a:pt x="2757" y="2222"/>
                          </a:lnTo>
                          <a:cubicBezTo>
                            <a:pt x="2766" y="2249"/>
                            <a:pt x="2784" y="2267"/>
                            <a:pt x="2820" y="2267"/>
                          </a:cubicBezTo>
                          <a:cubicBezTo>
                            <a:pt x="2855" y="2267"/>
                            <a:pt x="2882" y="2240"/>
                            <a:pt x="2882" y="2213"/>
                          </a:cubicBezTo>
                          <a:cubicBezTo>
                            <a:pt x="2882" y="2178"/>
                            <a:pt x="2855" y="2151"/>
                            <a:pt x="2820" y="2151"/>
                          </a:cubicBezTo>
                          <a:cubicBezTo>
                            <a:pt x="2784" y="2151"/>
                            <a:pt x="2766" y="2169"/>
                            <a:pt x="2757" y="2204"/>
                          </a:cubicBezTo>
                          <a:lnTo>
                            <a:pt x="1838" y="2204"/>
                          </a:lnTo>
                          <a:cubicBezTo>
                            <a:pt x="1892" y="2160"/>
                            <a:pt x="1927" y="2142"/>
                            <a:pt x="1936" y="2142"/>
                          </a:cubicBezTo>
                          <a:cubicBezTo>
                            <a:pt x="1936" y="2133"/>
                            <a:pt x="1963" y="2115"/>
                            <a:pt x="1990" y="2088"/>
                          </a:cubicBezTo>
                          <a:lnTo>
                            <a:pt x="3078" y="2088"/>
                          </a:lnTo>
                          <a:lnTo>
                            <a:pt x="3248" y="1946"/>
                          </a:lnTo>
                          <a:lnTo>
                            <a:pt x="3506" y="1946"/>
                          </a:lnTo>
                          <a:lnTo>
                            <a:pt x="3506" y="1928"/>
                          </a:lnTo>
                          <a:lnTo>
                            <a:pt x="3239" y="1928"/>
                          </a:lnTo>
                          <a:lnTo>
                            <a:pt x="3069" y="2070"/>
                          </a:lnTo>
                          <a:lnTo>
                            <a:pt x="2017" y="2070"/>
                          </a:lnTo>
                          <a:cubicBezTo>
                            <a:pt x="2061" y="2035"/>
                            <a:pt x="2115" y="1981"/>
                            <a:pt x="2133" y="1955"/>
                          </a:cubicBezTo>
                          <a:cubicBezTo>
                            <a:pt x="2159" y="1910"/>
                            <a:pt x="2186" y="1865"/>
                            <a:pt x="2204" y="1821"/>
                          </a:cubicBezTo>
                          <a:close/>
                          <a:moveTo>
                            <a:pt x="1348" y="8708"/>
                          </a:moveTo>
                          <a:cubicBezTo>
                            <a:pt x="1348" y="8752"/>
                            <a:pt x="1374" y="8788"/>
                            <a:pt x="1401" y="8797"/>
                          </a:cubicBezTo>
                          <a:lnTo>
                            <a:pt x="1392" y="8797"/>
                          </a:lnTo>
                          <a:lnTo>
                            <a:pt x="1392" y="9056"/>
                          </a:lnTo>
                          <a:lnTo>
                            <a:pt x="1178" y="9279"/>
                          </a:lnTo>
                          <a:lnTo>
                            <a:pt x="1178" y="9983"/>
                          </a:lnTo>
                          <a:cubicBezTo>
                            <a:pt x="857" y="9644"/>
                            <a:pt x="607" y="9279"/>
                            <a:pt x="500" y="8993"/>
                          </a:cubicBezTo>
                          <a:cubicBezTo>
                            <a:pt x="482" y="8949"/>
                            <a:pt x="473" y="8895"/>
                            <a:pt x="464" y="8842"/>
                          </a:cubicBezTo>
                          <a:lnTo>
                            <a:pt x="803" y="8842"/>
                          </a:lnTo>
                          <a:lnTo>
                            <a:pt x="955" y="8708"/>
                          </a:lnTo>
                          <a:close/>
                          <a:moveTo>
                            <a:pt x="1490" y="8806"/>
                          </a:moveTo>
                          <a:lnTo>
                            <a:pt x="1490" y="9091"/>
                          </a:lnTo>
                          <a:lnTo>
                            <a:pt x="1267" y="9305"/>
                          </a:lnTo>
                          <a:lnTo>
                            <a:pt x="1267" y="10090"/>
                          </a:lnTo>
                          <a:cubicBezTo>
                            <a:pt x="1241" y="10064"/>
                            <a:pt x="1214" y="10037"/>
                            <a:pt x="1196" y="10010"/>
                          </a:cubicBezTo>
                          <a:lnTo>
                            <a:pt x="1196" y="9279"/>
                          </a:lnTo>
                          <a:lnTo>
                            <a:pt x="1410" y="9056"/>
                          </a:lnTo>
                          <a:lnTo>
                            <a:pt x="1410" y="8806"/>
                          </a:lnTo>
                          <a:close/>
                          <a:moveTo>
                            <a:pt x="1633" y="8806"/>
                          </a:moveTo>
                          <a:lnTo>
                            <a:pt x="1633" y="9073"/>
                          </a:lnTo>
                          <a:lnTo>
                            <a:pt x="1901" y="9350"/>
                          </a:lnTo>
                          <a:lnTo>
                            <a:pt x="1901" y="10670"/>
                          </a:lnTo>
                          <a:cubicBezTo>
                            <a:pt x="1856" y="10635"/>
                            <a:pt x="1811" y="10599"/>
                            <a:pt x="1767" y="10563"/>
                          </a:cubicBezTo>
                          <a:lnTo>
                            <a:pt x="1767" y="9680"/>
                          </a:lnTo>
                          <a:lnTo>
                            <a:pt x="1785" y="9680"/>
                          </a:lnTo>
                          <a:cubicBezTo>
                            <a:pt x="1803" y="9662"/>
                            <a:pt x="1820" y="9636"/>
                            <a:pt x="1803" y="9609"/>
                          </a:cubicBezTo>
                          <a:cubicBezTo>
                            <a:pt x="1796" y="9589"/>
                            <a:pt x="1776" y="9575"/>
                            <a:pt x="1755" y="9575"/>
                          </a:cubicBezTo>
                          <a:cubicBezTo>
                            <a:pt x="1747" y="9575"/>
                            <a:pt x="1739" y="9577"/>
                            <a:pt x="1731" y="9582"/>
                          </a:cubicBezTo>
                          <a:cubicBezTo>
                            <a:pt x="1704" y="9591"/>
                            <a:pt x="1695" y="9627"/>
                            <a:pt x="1704" y="9653"/>
                          </a:cubicBezTo>
                          <a:cubicBezTo>
                            <a:pt x="1713" y="9671"/>
                            <a:pt x="1731" y="9680"/>
                            <a:pt x="1749" y="9680"/>
                          </a:cubicBezTo>
                          <a:lnTo>
                            <a:pt x="1749" y="10545"/>
                          </a:lnTo>
                          <a:cubicBezTo>
                            <a:pt x="1695" y="10501"/>
                            <a:pt x="1642" y="10447"/>
                            <a:pt x="1588" y="10403"/>
                          </a:cubicBezTo>
                          <a:lnTo>
                            <a:pt x="1588" y="9484"/>
                          </a:lnTo>
                          <a:lnTo>
                            <a:pt x="1606" y="9484"/>
                          </a:lnTo>
                          <a:cubicBezTo>
                            <a:pt x="1633" y="9466"/>
                            <a:pt x="1642" y="9439"/>
                            <a:pt x="1624" y="9412"/>
                          </a:cubicBezTo>
                          <a:cubicBezTo>
                            <a:pt x="1617" y="9392"/>
                            <a:pt x="1596" y="9382"/>
                            <a:pt x="1574" y="9382"/>
                          </a:cubicBezTo>
                          <a:cubicBezTo>
                            <a:pt x="1567" y="9382"/>
                            <a:pt x="1559" y="9383"/>
                            <a:pt x="1553" y="9386"/>
                          </a:cubicBezTo>
                          <a:cubicBezTo>
                            <a:pt x="1526" y="9404"/>
                            <a:pt x="1517" y="9430"/>
                            <a:pt x="1526" y="9457"/>
                          </a:cubicBezTo>
                          <a:cubicBezTo>
                            <a:pt x="1535" y="9475"/>
                            <a:pt x="1553" y="9484"/>
                            <a:pt x="1571" y="9484"/>
                          </a:cubicBezTo>
                          <a:lnTo>
                            <a:pt x="1571" y="10385"/>
                          </a:lnTo>
                          <a:cubicBezTo>
                            <a:pt x="1526" y="10349"/>
                            <a:pt x="1481" y="10305"/>
                            <a:pt x="1437" y="10260"/>
                          </a:cubicBezTo>
                          <a:lnTo>
                            <a:pt x="1437" y="9377"/>
                          </a:lnTo>
                          <a:lnTo>
                            <a:pt x="1455" y="9377"/>
                          </a:lnTo>
                          <a:cubicBezTo>
                            <a:pt x="1481" y="9359"/>
                            <a:pt x="1490" y="9332"/>
                            <a:pt x="1472" y="9305"/>
                          </a:cubicBezTo>
                          <a:cubicBezTo>
                            <a:pt x="1466" y="9285"/>
                            <a:pt x="1444" y="9275"/>
                            <a:pt x="1422" y="9275"/>
                          </a:cubicBezTo>
                          <a:cubicBezTo>
                            <a:pt x="1415" y="9275"/>
                            <a:pt x="1408" y="9276"/>
                            <a:pt x="1401" y="9279"/>
                          </a:cubicBezTo>
                          <a:cubicBezTo>
                            <a:pt x="1374" y="9297"/>
                            <a:pt x="1365" y="9323"/>
                            <a:pt x="1383" y="9350"/>
                          </a:cubicBezTo>
                          <a:cubicBezTo>
                            <a:pt x="1392" y="9368"/>
                            <a:pt x="1401" y="9377"/>
                            <a:pt x="1419" y="9377"/>
                          </a:cubicBezTo>
                          <a:lnTo>
                            <a:pt x="1419" y="10242"/>
                          </a:lnTo>
                          <a:cubicBezTo>
                            <a:pt x="1374" y="10198"/>
                            <a:pt x="1330" y="10153"/>
                            <a:pt x="1285" y="10108"/>
                          </a:cubicBezTo>
                          <a:lnTo>
                            <a:pt x="1285" y="9314"/>
                          </a:lnTo>
                          <a:lnTo>
                            <a:pt x="1508" y="9091"/>
                          </a:lnTo>
                          <a:lnTo>
                            <a:pt x="1508" y="8806"/>
                          </a:lnTo>
                          <a:close/>
                          <a:moveTo>
                            <a:pt x="1829" y="8770"/>
                          </a:moveTo>
                          <a:lnTo>
                            <a:pt x="1829" y="8779"/>
                          </a:lnTo>
                          <a:lnTo>
                            <a:pt x="2186" y="8779"/>
                          </a:lnTo>
                          <a:lnTo>
                            <a:pt x="2266" y="8859"/>
                          </a:lnTo>
                          <a:lnTo>
                            <a:pt x="2266" y="10929"/>
                          </a:lnTo>
                          <a:cubicBezTo>
                            <a:pt x="2186" y="10876"/>
                            <a:pt x="2106" y="10822"/>
                            <a:pt x="2026" y="10760"/>
                          </a:cubicBezTo>
                          <a:lnTo>
                            <a:pt x="2026" y="9323"/>
                          </a:lnTo>
                          <a:lnTo>
                            <a:pt x="1767" y="9065"/>
                          </a:lnTo>
                          <a:lnTo>
                            <a:pt x="1767" y="8806"/>
                          </a:lnTo>
                          <a:lnTo>
                            <a:pt x="1749" y="8806"/>
                          </a:lnTo>
                          <a:lnTo>
                            <a:pt x="1749" y="9073"/>
                          </a:lnTo>
                          <a:lnTo>
                            <a:pt x="2008" y="9332"/>
                          </a:lnTo>
                          <a:lnTo>
                            <a:pt x="2008" y="10751"/>
                          </a:lnTo>
                          <a:cubicBezTo>
                            <a:pt x="1972" y="10724"/>
                            <a:pt x="1945" y="10706"/>
                            <a:pt x="1919" y="10679"/>
                          </a:cubicBezTo>
                          <a:lnTo>
                            <a:pt x="1919" y="9341"/>
                          </a:lnTo>
                          <a:lnTo>
                            <a:pt x="1651" y="9065"/>
                          </a:lnTo>
                          <a:lnTo>
                            <a:pt x="1651" y="8806"/>
                          </a:lnTo>
                          <a:lnTo>
                            <a:pt x="1749" y="8806"/>
                          </a:lnTo>
                          <a:cubicBezTo>
                            <a:pt x="1785" y="8806"/>
                            <a:pt x="1811" y="8788"/>
                            <a:pt x="1829" y="8770"/>
                          </a:cubicBezTo>
                          <a:close/>
                          <a:moveTo>
                            <a:pt x="2266" y="8627"/>
                          </a:moveTo>
                          <a:lnTo>
                            <a:pt x="2391" y="8752"/>
                          </a:lnTo>
                          <a:lnTo>
                            <a:pt x="2391" y="10991"/>
                          </a:lnTo>
                          <a:cubicBezTo>
                            <a:pt x="2356" y="10974"/>
                            <a:pt x="2320" y="10956"/>
                            <a:pt x="2284" y="10938"/>
                          </a:cubicBezTo>
                          <a:lnTo>
                            <a:pt x="2284" y="8850"/>
                          </a:lnTo>
                          <a:lnTo>
                            <a:pt x="2195" y="8761"/>
                          </a:lnTo>
                          <a:lnTo>
                            <a:pt x="1829" y="8761"/>
                          </a:lnTo>
                          <a:cubicBezTo>
                            <a:pt x="1838" y="8743"/>
                            <a:pt x="1847" y="8726"/>
                            <a:pt x="1847" y="8708"/>
                          </a:cubicBezTo>
                          <a:lnTo>
                            <a:pt x="1847" y="8627"/>
                          </a:lnTo>
                          <a:close/>
                          <a:moveTo>
                            <a:pt x="4970" y="8547"/>
                          </a:moveTo>
                          <a:lnTo>
                            <a:pt x="4970" y="10492"/>
                          </a:lnTo>
                          <a:cubicBezTo>
                            <a:pt x="4952" y="10572"/>
                            <a:pt x="4880" y="10786"/>
                            <a:pt x="4827" y="10840"/>
                          </a:cubicBezTo>
                          <a:cubicBezTo>
                            <a:pt x="4764" y="10893"/>
                            <a:pt x="4675" y="10947"/>
                            <a:pt x="4568" y="10991"/>
                          </a:cubicBezTo>
                          <a:lnTo>
                            <a:pt x="4568" y="10260"/>
                          </a:lnTo>
                          <a:lnTo>
                            <a:pt x="4399" y="10073"/>
                          </a:lnTo>
                          <a:lnTo>
                            <a:pt x="4399" y="9796"/>
                          </a:lnTo>
                          <a:lnTo>
                            <a:pt x="4381" y="9796"/>
                          </a:lnTo>
                          <a:lnTo>
                            <a:pt x="4381" y="10073"/>
                          </a:lnTo>
                          <a:lnTo>
                            <a:pt x="4550" y="10269"/>
                          </a:lnTo>
                          <a:lnTo>
                            <a:pt x="4550" y="11000"/>
                          </a:lnTo>
                          <a:cubicBezTo>
                            <a:pt x="4461" y="11036"/>
                            <a:pt x="4354" y="11063"/>
                            <a:pt x="4238" y="11099"/>
                          </a:cubicBezTo>
                          <a:lnTo>
                            <a:pt x="4238" y="9796"/>
                          </a:lnTo>
                          <a:lnTo>
                            <a:pt x="4381" y="9796"/>
                          </a:lnTo>
                          <a:cubicBezTo>
                            <a:pt x="4461" y="9796"/>
                            <a:pt x="4532" y="9725"/>
                            <a:pt x="4532" y="9636"/>
                          </a:cubicBezTo>
                          <a:lnTo>
                            <a:pt x="4532" y="9154"/>
                          </a:lnTo>
                          <a:cubicBezTo>
                            <a:pt x="4532" y="9091"/>
                            <a:pt x="4497" y="9029"/>
                            <a:pt x="4434" y="9011"/>
                          </a:cubicBezTo>
                          <a:lnTo>
                            <a:pt x="4443" y="9011"/>
                          </a:lnTo>
                          <a:lnTo>
                            <a:pt x="4443" y="8770"/>
                          </a:lnTo>
                          <a:lnTo>
                            <a:pt x="4693" y="8547"/>
                          </a:lnTo>
                          <a:close/>
                          <a:moveTo>
                            <a:pt x="2481" y="8395"/>
                          </a:moveTo>
                          <a:lnTo>
                            <a:pt x="2712" y="8627"/>
                          </a:lnTo>
                          <a:lnTo>
                            <a:pt x="2712" y="9154"/>
                          </a:lnTo>
                          <a:lnTo>
                            <a:pt x="3087" y="9511"/>
                          </a:lnTo>
                          <a:lnTo>
                            <a:pt x="3738" y="9511"/>
                          </a:lnTo>
                          <a:lnTo>
                            <a:pt x="3738" y="9636"/>
                          </a:lnTo>
                          <a:cubicBezTo>
                            <a:pt x="3738" y="9725"/>
                            <a:pt x="3810" y="9796"/>
                            <a:pt x="3890" y="9796"/>
                          </a:cubicBezTo>
                          <a:lnTo>
                            <a:pt x="3899" y="9796"/>
                          </a:lnTo>
                          <a:lnTo>
                            <a:pt x="3899" y="10090"/>
                          </a:lnTo>
                          <a:lnTo>
                            <a:pt x="3266" y="10733"/>
                          </a:lnTo>
                          <a:lnTo>
                            <a:pt x="3257" y="10733"/>
                          </a:lnTo>
                          <a:lnTo>
                            <a:pt x="3257" y="11197"/>
                          </a:lnTo>
                          <a:cubicBezTo>
                            <a:pt x="3105" y="11197"/>
                            <a:pt x="2962" y="11179"/>
                            <a:pt x="2837" y="11161"/>
                          </a:cubicBezTo>
                          <a:lnTo>
                            <a:pt x="2837" y="10670"/>
                          </a:lnTo>
                          <a:lnTo>
                            <a:pt x="3257" y="10260"/>
                          </a:lnTo>
                          <a:cubicBezTo>
                            <a:pt x="3267" y="10270"/>
                            <a:pt x="3281" y="10275"/>
                            <a:pt x="3294" y="10275"/>
                          </a:cubicBezTo>
                          <a:cubicBezTo>
                            <a:pt x="3303" y="10275"/>
                            <a:pt x="3312" y="10273"/>
                            <a:pt x="3319" y="10269"/>
                          </a:cubicBezTo>
                          <a:cubicBezTo>
                            <a:pt x="3346" y="10251"/>
                            <a:pt x="3355" y="10224"/>
                            <a:pt x="3337" y="10198"/>
                          </a:cubicBezTo>
                          <a:cubicBezTo>
                            <a:pt x="3330" y="10177"/>
                            <a:pt x="3309" y="10167"/>
                            <a:pt x="3287" y="10167"/>
                          </a:cubicBezTo>
                          <a:cubicBezTo>
                            <a:pt x="3280" y="10167"/>
                            <a:pt x="3272" y="10169"/>
                            <a:pt x="3266" y="10171"/>
                          </a:cubicBezTo>
                          <a:cubicBezTo>
                            <a:pt x="3239" y="10189"/>
                            <a:pt x="3230" y="10215"/>
                            <a:pt x="3248" y="10242"/>
                          </a:cubicBezTo>
                          <a:cubicBezTo>
                            <a:pt x="3248" y="10242"/>
                            <a:pt x="3248" y="10251"/>
                            <a:pt x="3248" y="10251"/>
                          </a:cubicBezTo>
                          <a:lnTo>
                            <a:pt x="2820" y="10661"/>
                          </a:lnTo>
                          <a:lnTo>
                            <a:pt x="2820" y="11152"/>
                          </a:lnTo>
                          <a:cubicBezTo>
                            <a:pt x="2802" y="11152"/>
                            <a:pt x="2775" y="11143"/>
                            <a:pt x="2757" y="11143"/>
                          </a:cubicBezTo>
                          <a:cubicBezTo>
                            <a:pt x="2739" y="11134"/>
                            <a:pt x="2712" y="11134"/>
                            <a:pt x="2695" y="11125"/>
                          </a:cubicBezTo>
                          <a:lnTo>
                            <a:pt x="2695" y="10492"/>
                          </a:lnTo>
                          <a:lnTo>
                            <a:pt x="3096" y="10135"/>
                          </a:lnTo>
                          <a:cubicBezTo>
                            <a:pt x="3101" y="10140"/>
                            <a:pt x="3109" y="10142"/>
                            <a:pt x="3120" y="10142"/>
                          </a:cubicBezTo>
                          <a:cubicBezTo>
                            <a:pt x="3130" y="10142"/>
                            <a:pt x="3141" y="10140"/>
                            <a:pt x="3150" y="10135"/>
                          </a:cubicBezTo>
                          <a:cubicBezTo>
                            <a:pt x="3176" y="10126"/>
                            <a:pt x="3185" y="10090"/>
                            <a:pt x="3176" y="10064"/>
                          </a:cubicBezTo>
                          <a:cubicBezTo>
                            <a:pt x="3165" y="10046"/>
                            <a:pt x="3150" y="10037"/>
                            <a:pt x="3133" y="10037"/>
                          </a:cubicBezTo>
                          <a:cubicBezTo>
                            <a:pt x="3124" y="10037"/>
                            <a:pt x="3115" y="10040"/>
                            <a:pt x="3105" y="10046"/>
                          </a:cubicBezTo>
                          <a:cubicBezTo>
                            <a:pt x="3078" y="10055"/>
                            <a:pt x="3069" y="10090"/>
                            <a:pt x="3078" y="10117"/>
                          </a:cubicBezTo>
                          <a:lnTo>
                            <a:pt x="2677" y="10483"/>
                          </a:lnTo>
                          <a:lnTo>
                            <a:pt x="2677" y="11116"/>
                          </a:lnTo>
                          <a:cubicBezTo>
                            <a:pt x="2623" y="11107"/>
                            <a:pt x="2579" y="11090"/>
                            <a:pt x="2534" y="11063"/>
                          </a:cubicBezTo>
                          <a:lnTo>
                            <a:pt x="2534" y="10358"/>
                          </a:lnTo>
                          <a:lnTo>
                            <a:pt x="2953" y="9966"/>
                          </a:lnTo>
                          <a:cubicBezTo>
                            <a:pt x="2964" y="9976"/>
                            <a:pt x="2974" y="9980"/>
                            <a:pt x="2985" y="9980"/>
                          </a:cubicBezTo>
                          <a:cubicBezTo>
                            <a:pt x="2992" y="9980"/>
                            <a:pt x="3000" y="9978"/>
                            <a:pt x="3007" y="9974"/>
                          </a:cubicBezTo>
                          <a:cubicBezTo>
                            <a:pt x="3034" y="9957"/>
                            <a:pt x="3043" y="9930"/>
                            <a:pt x="3034" y="9903"/>
                          </a:cubicBezTo>
                          <a:cubicBezTo>
                            <a:pt x="3020" y="9883"/>
                            <a:pt x="3002" y="9873"/>
                            <a:pt x="2982" y="9873"/>
                          </a:cubicBezTo>
                          <a:cubicBezTo>
                            <a:pt x="2976" y="9873"/>
                            <a:pt x="2969" y="9874"/>
                            <a:pt x="2962" y="9876"/>
                          </a:cubicBezTo>
                          <a:cubicBezTo>
                            <a:pt x="2936" y="9894"/>
                            <a:pt x="2927" y="9921"/>
                            <a:pt x="2936" y="9948"/>
                          </a:cubicBezTo>
                          <a:cubicBezTo>
                            <a:pt x="2936" y="9948"/>
                            <a:pt x="2936" y="9957"/>
                            <a:pt x="2936" y="9957"/>
                          </a:cubicBezTo>
                          <a:lnTo>
                            <a:pt x="2516" y="10349"/>
                          </a:lnTo>
                          <a:lnTo>
                            <a:pt x="2516" y="11054"/>
                          </a:lnTo>
                          <a:cubicBezTo>
                            <a:pt x="2481" y="11036"/>
                            <a:pt x="2445" y="11018"/>
                            <a:pt x="2409" y="11000"/>
                          </a:cubicBezTo>
                          <a:lnTo>
                            <a:pt x="2409" y="8743"/>
                          </a:lnTo>
                          <a:lnTo>
                            <a:pt x="2275" y="8610"/>
                          </a:lnTo>
                          <a:lnTo>
                            <a:pt x="1847" y="8610"/>
                          </a:lnTo>
                          <a:lnTo>
                            <a:pt x="1847" y="8503"/>
                          </a:lnTo>
                          <a:lnTo>
                            <a:pt x="2373" y="8503"/>
                          </a:lnTo>
                          <a:lnTo>
                            <a:pt x="2534" y="8645"/>
                          </a:lnTo>
                          <a:lnTo>
                            <a:pt x="2534" y="9189"/>
                          </a:lnTo>
                          <a:lnTo>
                            <a:pt x="2989" y="9653"/>
                          </a:lnTo>
                          <a:lnTo>
                            <a:pt x="3738" y="9653"/>
                          </a:lnTo>
                          <a:lnTo>
                            <a:pt x="3738" y="9636"/>
                          </a:lnTo>
                          <a:lnTo>
                            <a:pt x="2998" y="9636"/>
                          </a:lnTo>
                          <a:lnTo>
                            <a:pt x="2552" y="9181"/>
                          </a:lnTo>
                          <a:lnTo>
                            <a:pt x="2552" y="8645"/>
                          </a:lnTo>
                          <a:lnTo>
                            <a:pt x="2382" y="8485"/>
                          </a:lnTo>
                          <a:lnTo>
                            <a:pt x="1847" y="8485"/>
                          </a:lnTo>
                          <a:lnTo>
                            <a:pt x="1847" y="8413"/>
                          </a:lnTo>
                          <a:cubicBezTo>
                            <a:pt x="1847" y="8404"/>
                            <a:pt x="1838" y="8404"/>
                            <a:pt x="1838" y="8395"/>
                          </a:cubicBezTo>
                          <a:close/>
                          <a:moveTo>
                            <a:pt x="4051" y="9796"/>
                          </a:moveTo>
                          <a:lnTo>
                            <a:pt x="4051" y="10135"/>
                          </a:lnTo>
                          <a:lnTo>
                            <a:pt x="3417" y="10760"/>
                          </a:lnTo>
                          <a:lnTo>
                            <a:pt x="3417" y="11197"/>
                          </a:lnTo>
                          <a:lnTo>
                            <a:pt x="3283" y="11197"/>
                          </a:lnTo>
                          <a:lnTo>
                            <a:pt x="3283" y="10742"/>
                          </a:lnTo>
                          <a:lnTo>
                            <a:pt x="3917" y="10099"/>
                          </a:lnTo>
                          <a:lnTo>
                            <a:pt x="3917" y="10090"/>
                          </a:lnTo>
                          <a:lnTo>
                            <a:pt x="3917" y="9796"/>
                          </a:lnTo>
                          <a:close/>
                          <a:moveTo>
                            <a:pt x="4220" y="9796"/>
                          </a:moveTo>
                          <a:lnTo>
                            <a:pt x="4220" y="11099"/>
                          </a:lnTo>
                          <a:cubicBezTo>
                            <a:pt x="4104" y="11125"/>
                            <a:pt x="3970" y="11152"/>
                            <a:pt x="3837" y="11161"/>
                          </a:cubicBezTo>
                          <a:cubicBezTo>
                            <a:pt x="3703" y="11179"/>
                            <a:pt x="3569" y="11188"/>
                            <a:pt x="3435" y="11197"/>
                          </a:cubicBezTo>
                          <a:lnTo>
                            <a:pt x="3435" y="10768"/>
                          </a:lnTo>
                          <a:lnTo>
                            <a:pt x="4060" y="10144"/>
                          </a:lnTo>
                          <a:lnTo>
                            <a:pt x="4068" y="10135"/>
                          </a:lnTo>
                          <a:lnTo>
                            <a:pt x="4068" y="9796"/>
                          </a:lnTo>
                          <a:close/>
                          <a:moveTo>
                            <a:pt x="4238" y="0"/>
                          </a:moveTo>
                          <a:cubicBezTo>
                            <a:pt x="4232" y="0"/>
                            <a:pt x="4226" y="0"/>
                            <a:pt x="4220" y="1"/>
                          </a:cubicBezTo>
                          <a:cubicBezTo>
                            <a:pt x="3765" y="54"/>
                            <a:pt x="2855" y="393"/>
                            <a:pt x="2579" y="741"/>
                          </a:cubicBezTo>
                          <a:cubicBezTo>
                            <a:pt x="2463" y="875"/>
                            <a:pt x="2391" y="1125"/>
                            <a:pt x="2320" y="1375"/>
                          </a:cubicBezTo>
                          <a:cubicBezTo>
                            <a:pt x="2258" y="1589"/>
                            <a:pt x="2186" y="1812"/>
                            <a:pt x="2106" y="1928"/>
                          </a:cubicBezTo>
                          <a:cubicBezTo>
                            <a:pt x="2070" y="1981"/>
                            <a:pt x="1910" y="2106"/>
                            <a:pt x="1910" y="2106"/>
                          </a:cubicBezTo>
                          <a:cubicBezTo>
                            <a:pt x="1874" y="2133"/>
                            <a:pt x="1035" y="2677"/>
                            <a:pt x="821" y="2945"/>
                          </a:cubicBezTo>
                          <a:cubicBezTo>
                            <a:pt x="527" y="3328"/>
                            <a:pt x="125" y="4247"/>
                            <a:pt x="45" y="4729"/>
                          </a:cubicBezTo>
                          <a:cubicBezTo>
                            <a:pt x="1" y="5059"/>
                            <a:pt x="1" y="5701"/>
                            <a:pt x="63" y="6005"/>
                          </a:cubicBezTo>
                          <a:cubicBezTo>
                            <a:pt x="99" y="6174"/>
                            <a:pt x="188" y="6406"/>
                            <a:pt x="268" y="6638"/>
                          </a:cubicBezTo>
                          <a:cubicBezTo>
                            <a:pt x="366" y="6879"/>
                            <a:pt x="455" y="7129"/>
                            <a:pt x="491" y="7298"/>
                          </a:cubicBezTo>
                          <a:cubicBezTo>
                            <a:pt x="518" y="7477"/>
                            <a:pt x="491" y="7744"/>
                            <a:pt x="455" y="8030"/>
                          </a:cubicBezTo>
                          <a:cubicBezTo>
                            <a:pt x="420" y="8395"/>
                            <a:pt x="375" y="8779"/>
                            <a:pt x="464" y="9002"/>
                          </a:cubicBezTo>
                          <a:cubicBezTo>
                            <a:pt x="750" y="9743"/>
                            <a:pt x="1981" y="10991"/>
                            <a:pt x="2748" y="11179"/>
                          </a:cubicBezTo>
                          <a:cubicBezTo>
                            <a:pt x="2900" y="11215"/>
                            <a:pt x="3105" y="11232"/>
                            <a:pt x="3328" y="11232"/>
                          </a:cubicBezTo>
                          <a:cubicBezTo>
                            <a:pt x="3881" y="11232"/>
                            <a:pt x="4559" y="11116"/>
                            <a:pt x="4845" y="10867"/>
                          </a:cubicBezTo>
                          <a:cubicBezTo>
                            <a:pt x="4925" y="10795"/>
                            <a:pt x="5005" y="10510"/>
                            <a:pt x="5005" y="10492"/>
                          </a:cubicBezTo>
                          <a:lnTo>
                            <a:pt x="5005" y="599"/>
                          </a:lnTo>
                          <a:lnTo>
                            <a:pt x="5005" y="590"/>
                          </a:lnTo>
                          <a:cubicBezTo>
                            <a:pt x="4996" y="581"/>
                            <a:pt x="4818" y="242"/>
                            <a:pt x="4711" y="161"/>
                          </a:cubicBezTo>
                          <a:cubicBezTo>
                            <a:pt x="4609" y="85"/>
                            <a:pt x="4369" y="0"/>
                            <a:pt x="423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noProof="0" dirty="0"/>
                    </a:p>
                  </p:txBody>
                </p:sp>
              </p:grpSp>
              <p:sp>
                <p:nvSpPr>
                  <p:cNvPr id="348" name="Google Shape;348;p29"/>
                  <p:cNvSpPr/>
                  <p:nvPr/>
                </p:nvSpPr>
                <p:spPr>
                  <a:xfrm>
                    <a:off x="2762389" y="2464281"/>
                    <a:ext cx="563973" cy="354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35" h="4301" extrusionOk="0">
                        <a:moveTo>
                          <a:pt x="1" y="1"/>
                        </a:moveTo>
                        <a:lnTo>
                          <a:pt x="2918" y="4301"/>
                        </a:lnTo>
                        <a:lnTo>
                          <a:pt x="4024" y="4301"/>
                        </a:lnTo>
                        <a:lnTo>
                          <a:pt x="6834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>
                          <a:alpha val="50000"/>
                        </a:schemeClr>
                      </a:gs>
                      <a:gs pos="83000">
                        <a:srgbClr val="FFFFFF">
                          <a:alpha val="0"/>
                          <a:alpha val="50000"/>
                        </a:srgbClr>
                      </a:gs>
                      <a:gs pos="100000">
                        <a:srgbClr val="FFFFFF">
                          <a:alpha val="0"/>
                          <a:alpha val="50000"/>
                        </a:srgbClr>
                      </a:gs>
                    </a:gsLst>
                    <a:lin ang="16200038" scaled="0"/>
                  </a:gradFill>
                  <a:ln>
                    <a:noFill/>
                  </a:ln>
                  <a:effectLst>
                    <a:outerShdw blurRad="114300" algn="bl" rotWithShape="0">
                      <a:schemeClr val="dk2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GB" noProof="0" dirty="0"/>
                  </a:p>
                </p:txBody>
              </p:sp>
              <p:sp>
                <p:nvSpPr>
                  <p:cNvPr id="349" name="Google Shape;349;p29"/>
                  <p:cNvSpPr/>
                  <p:nvPr/>
                </p:nvSpPr>
                <p:spPr>
                  <a:xfrm>
                    <a:off x="2585157" y="2888934"/>
                    <a:ext cx="76719" cy="212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" h="322" extrusionOk="0">
                        <a:moveTo>
                          <a:pt x="54" y="107"/>
                        </a:moveTo>
                        <a:cubicBezTo>
                          <a:pt x="36" y="116"/>
                          <a:pt x="27" y="134"/>
                          <a:pt x="18" y="152"/>
                        </a:cubicBezTo>
                        <a:lnTo>
                          <a:pt x="18" y="152"/>
                        </a:lnTo>
                        <a:cubicBezTo>
                          <a:pt x="9" y="161"/>
                          <a:pt x="0" y="188"/>
                          <a:pt x="9" y="197"/>
                        </a:cubicBezTo>
                        <a:lnTo>
                          <a:pt x="9" y="197"/>
                        </a:lnTo>
                        <a:cubicBezTo>
                          <a:pt x="18" y="232"/>
                          <a:pt x="54" y="241"/>
                          <a:pt x="80" y="250"/>
                        </a:cubicBezTo>
                        <a:lnTo>
                          <a:pt x="80" y="250"/>
                        </a:lnTo>
                        <a:cubicBezTo>
                          <a:pt x="303" y="295"/>
                          <a:pt x="526" y="321"/>
                          <a:pt x="758" y="321"/>
                        </a:cubicBezTo>
                        <a:lnTo>
                          <a:pt x="758" y="321"/>
                        </a:lnTo>
                        <a:cubicBezTo>
                          <a:pt x="812" y="321"/>
                          <a:pt x="865" y="321"/>
                          <a:pt x="910" y="321"/>
                        </a:cubicBezTo>
                        <a:lnTo>
                          <a:pt x="910" y="321"/>
                        </a:lnTo>
                        <a:cubicBezTo>
                          <a:pt x="964" y="321"/>
                          <a:pt x="1008" y="313"/>
                          <a:pt x="1062" y="313"/>
                        </a:cubicBezTo>
                        <a:lnTo>
                          <a:pt x="1062" y="313"/>
                        </a:lnTo>
                        <a:cubicBezTo>
                          <a:pt x="1080" y="313"/>
                          <a:pt x="1151" y="313"/>
                          <a:pt x="1151" y="286"/>
                        </a:cubicBezTo>
                        <a:lnTo>
                          <a:pt x="1151" y="286"/>
                        </a:lnTo>
                        <a:cubicBezTo>
                          <a:pt x="1160" y="268"/>
                          <a:pt x="1142" y="259"/>
                          <a:pt x="1133" y="250"/>
                        </a:cubicBezTo>
                        <a:lnTo>
                          <a:pt x="1133" y="250"/>
                        </a:lnTo>
                        <a:cubicBezTo>
                          <a:pt x="1106" y="232"/>
                          <a:pt x="1080" y="214"/>
                          <a:pt x="1053" y="197"/>
                        </a:cubicBezTo>
                        <a:lnTo>
                          <a:pt x="1053" y="197"/>
                        </a:lnTo>
                        <a:cubicBezTo>
                          <a:pt x="919" y="116"/>
                          <a:pt x="785" y="63"/>
                          <a:pt x="633" y="27"/>
                        </a:cubicBezTo>
                        <a:lnTo>
                          <a:pt x="633" y="27"/>
                        </a:lnTo>
                        <a:cubicBezTo>
                          <a:pt x="571" y="9"/>
                          <a:pt x="491" y="0"/>
                          <a:pt x="419" y="0"/>
                        </a:cubicBezTo>
                        <a:lnTo>
                          <a:pt x="419" y="0"/>
                        </a:lnTo>
                        <a:cubicBezTo>
                          <a:pt x="286" y="0"/>
                          <a:pt x="161" y="36"/>
                          <a:pt x="54" y="107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GB" noProof="0" dirty="0"/>
                  </a:p>
                </p:txBody>
              </p:sp>
              <p:sp>
                <p:nvSpPr>
                  <p:cNvPr id="350" name="Google Shape;350;p29"/>
                  <p:cNvSpPr/>
                  <p:nvPr/>
                </p:nvSpPr>
                <p:spPr>
                  <a:xfrm>
                    <a:off x="2918497" y="2859436"/>
                    <a:ext cx="452579" cy="159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43" h="2409" extrusionOk="0">
                        <a:moveTo>
                          <a:pt x="36" y="232"/>
                        </a:moveTo>
                        <a:cubicBezTo>
                          <a:pt x="63" y="312"/>
                          <a:pt x="107" y="375"/>
                          <a:pt x="161" y="437"/>
                        </a:cubicBezTo>
                        <a:lnTo>
                          <a:pt x="161" y="437"/>
                        </a:lnTo>
                        <a:cubicBezTo>
                          <a:pt x="259" y="562"/>
                          <a:pt x="411" y="643"/>
                          <a:pt x="562" y="705"/>
                        </a:cubicBezTo>
                        <a:lnTo>
                          <a:pt x="562" y="705"/>
                        </a:lnTo>
                        <a:cubicBezTo>
                          <a:pt x="705" y="759"/>
                          <a:pt x="857" y="803"/>
                          <a:pt x="1009" y="848"/>
                        </a:cubicBezTo>
                        <a:lnTo>
                          <a:pt x="1009" y="848"/>
                        </a:lnTo>
                        <a:cubicBezTo>
                          <a:pt x="1160" y="892"/>
                          <a:pt x="1312" y="937"/>
                          <a:pt x="1463" y="973"/>
                        </a:cubicBezTo>
                        <a:lnTo>
                          <a:pt x="1463" y="973"/>
                        </a:lnTo>
                        <a:cubicBezTo>
                          <a:pt x="1767" y="1062"/>
                          <a:pt x="2070" y="1133"/>
                          <a:pt x="2382" y="1205"/>
                        </a:cubicBezTo>
                        <a:lnTo>
                          <a:pt x="2382" y="1205"/>
                        </a:lnTo>
                        <a:cubicBezTo>
                          <a:pt x="2534" y="1231"/>
                          <a:pt x="2695" y="1258"/>
                          <a:pt x="2837" y="1285"/>
                        </a:cubicBezTo>
                        <a:lnTo>
                          <a:pt x="2837" y="1285"/>
                        </a:lnTo>
                        <a:cubicBezTo>
                          <a:pt x="2998" y="1312"/>
                          <a:pt x="3141" y="1347"/>
                          <a:pt x="3292" y="1383"/>
                        </a:cubicBezTo>
                        <a:lnTo>
                          <a:pt x="3292" y="1383"/>
                        </a:lnTo>
                        <a:cubicBezTo>
                          <a:pt x="3899" y="1526"/>
                          <a:pt x="4470" y="1758"/>
                          <a:pt x="5023" y="2043"/>
                        </a:cubicBezTo>
                        <a:lnTo>
                          <a:pt x="5023" y="2043"/>
                        </a:lnTo>
                        <a:cubicBezTo>
                          <a:pt x="5308" y="2177"/>
                          <a:pt x="5603" y="2311"/>
                          <a:pt x="5915" y="2364"/>
                        </a:cubicBezTo>
                        <a:lnTo>
                          <a:pt x="5915" y="2364"/>
                        </a:lnTo>
                        <a:cubicBezTo>
                          <a:pt x="6076" y="2391"/>
                          <a:pt x="6236" y="2409"/>
                          <a:pt x="6397" y="2382"/>
                        </a:cubicBezTo>
                        <a:lnTo>
                          <a:pt x="6397" y="2382"/>
                        </a:lnTo>
                        <a:cubicBezTo>
                          <a:pt x="6557" y="2373"/>
                          <a:pt x="6709" y="2320"/>
                          <a:pt x="6843" y="2239"/>
                        </a:cubicBezTo>
                        <a:lnTo>
                          <a:pt x="6843" y="2239"/>
                        </a:lnTo>
                        <a:cubicBezTo>
                          <a:pt x="6557" y="2364"/>
                          <a:pt x="6236" y="2355"/>
                          <a:pt x="5942" y="2275"/>
                        </a:cubicBezTo>
                        <a:lnTo>
                          <a:pt x="5942" y="2275"/>
                        </a:lnTo>
                        <a:cubicBezTo>
                          <a:pt x="5639" y="2204"/>
                          <a:pt x="5371" y="2052"/>
                          <a:pt x="5094" y="1909"/>
                        </a:cubicBezTo>
                        <a:lnTo>
                          <a:pt x="5094" y="1909"/>
                        </a:lnTo>
                        <a:cubicBezTo>
                          <a:pt x="4818" y="1758"/>
                          <a:pt x="4541" y="1615"/>
                          <a:pt x="4247" y="1490"/>
                        </a:cubicBezTo>
                        <a:lnTo>
                          <a:pt x="4247" y="1490"/>
                        </a:lnTo>
                        <a:cubicBezTo>
                          <a:pt x="3952" y="1374"/>
                          <a:pt x="3649" y="1276"/>
                          <a:pt x="3337" y="1196"/>
                        </a:cubicBezTo>
                        <a:lnTo>
                          <a:pt x="3337" y="1196"/>
                        </a:lnTo>
                        <a:cubicBezTo>
                          <a:pt x="3185" y="1160"/>
                          <a:pt x="3034" y="1133"/>
                          <a:pt x="2873" y="1106"/>
                        </a:cubicBezTo>
                        <a:lnTo>
                          <a:pt x="2873" y="1106"/>
                        </a:lnTo>
                        <a:cubicBezTo>
                          <a:pt x="2712" y="1080"/>
                          <a:pt x="2570" y="1053"/>
                          <a:pt x="2409" y="1026"/>
                        </a:cubicBezTo>
                        <a:lnTo>
                          <a:pt x="2409" y="1026"/>
                        </a:lnTo>
                        <a:cubicBezTo>
                          <a:pt x="2106" y="973"/>
                          <a:pt x="1802" y="901"/>
                          <a:pt x="1499" y="830"/>
                        </a:cubicBezTo>
                        <a:lnTo>
                          <a:pt x="1499" y="830"/>
                        </a:lnTo>
                        <a:lnTo>
                          <a:pt x="1044" y="732"/>
                        </a:lnTo>
                        <a:cubicBezTo>
                          <a:pt x="893" y="696"/>
                          <a:pt x="732" y="660"/>
                          <a:pt x="589" y="616"/>
                        </a:cubicBezTo>
                        <a:lnTo>
                          <a:pt x="589" y="616"/>
                        </a:lnTo>
                        <a:cubicBezTo>
                          <a:pt x="446" y="571"/>
                          <a:pt x="304" y="509"/>
                          <a:pt x="197" y="402"/>
                        </a:cubicBezTo>
                        <a:lnTo>
                          <a:pt x="197" y="402"/>
                        </a:lnTo>
                        <a:cubicBezTo>
                          <a:pt x="90" y="304"/>
                          <a:pt x="9" y="152"/>
                          <a:pt x="18" y="0"/>
                        </a:cubicBezTo>
                        <a:lnTo>
                          <a:pt x="18" y="0"/>
                        </a:lnTo>
                        <a:cubicBezTo>
                          <a:pt x="0" y="72"/>
                          <a:pt x="9" y="152"/>
                          <a:pt x="36" y="23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GB" noProof="0" dirty="0"/>
                  </a:p>
                </p:txBody>
              </p:sp>
              <p:sp>
                <p:nvSpPr>
                  <p:cNvPr id="351" name="Google Shape;351;p29"/>
                  <p:cNvSpPr/>
                  <p:nvPr/>
                </p:nvSpPr>
                <p:spPr>
                  <a:xfrm>
                    <a:off x="2912015" y="2831658"/>
                    <a:ext cx="113360" cy="767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4" h="1161" extrusionOk="0">
                        <a:moveTo>
                          <a:pt x="295" y="313"/>
                        </a:moveTo>
                        <a:cubicBezTo>
                          <a:pt x="143" y="501"/>
                          <a:pt x="0" y="857"/>
                          <a:pt x="250" y="1027"/>
                        </a:cubicBezTo>
                        <a:lnTo>
                          <a:pt x="250" y="1027"/>
                        </a:lnTo>
                        <a:cubicBezTo>
                          <a:pt x="357" y="1089"/>
                          <a:pt x="482" y="1089"/>
                          <a:pt x="607" y="1098"/>
                        </a:cubicBezTo>
                        <a:lnTo>
                          <a:pt x="607" y="1098"/>
                        </a:lnTo>
                        <a:cubicBezTo>
                          <a:pt x="759" y="1116"/>
                          <a:pt x="919" y="1152"/>
                          <a:pt x="1071" y="1152"/>
                        </a:cubicBezTo>
                        <a:lnTo>
                          <a:pt x="1071" y="1152"/>
                        </a:lnTo>
                        <a:cubicBezTo>
                          <a:pt x="1258" y="1161"/>
                          <a:pt x="1472" y="1107"/>
                          <a:pt x="1597" y="947"/>
                        </a:cubicBezTo>
                        <a:lnTo>
                          <a:pt x="1597" y="947"/>
                        </a:lnTo>
                        <a:cubicBezTo>
                          <a:pt x="1660" y="866"/>
                          <a:pt x="1695" y="759"/>
                          <a:pt x="1704" y="652"/>
                        </a:cubicBezTo>
                        <a:lnTo>
                          <a:pt x="1704" y="652"/>
                        </a:lnTo>
                        <a:cubicBezTo>
                          <a:pt x="1713" y="545"/>
                          <a:pt x="1713" y="447"/>
                          <a:pt x="1686" y="358"/>
                        </a:cubicBezTo>
                        <a:lnTo>
                          <a:pt x="1686" y="358"/>
                        </a:lnTo>
                        <a:cubicBezTo>
                          <a:pt x="1669" y="269"/>
                          <a:pt x="1606" y="188"/>
                          <a:pt x="1499" y="126"/>
                        </a:cubicBezTo>
                        <a:lnTo>
                          <a:pt x="1499" y="126"/>
                        </a:lnTo>
                        <a:cubicBezTo>
                          <a:pt x="1356" y="54"/>
                          <a:pt x="1187" y="10"/>
                          <a:pt x="1026" y="1"/>
                        </a:cubicBezTo>
                        <a:lnTo>
                          <a:pt x="1026" y="1"/>
                        </a:lnTo>
                        <a:cubicBezTo>
                          <a:pt x="1008" y="1"/>
                          <a:pt x="999" y="1"/>
                          <a:pt x="982" y="1"/>
                        </a:cubicBezTo>
                        <a:lnTo>
                          <a:pt x="982" y="1"/>
                        </a:lnTo>
                        <a:cubicBezTo>
                          <a:pt x="723" y="1"/>
                          <a:pt x="464" y="117"/>
                          <a:pt x="295" y="31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GB" noProof="0" dirty="0"/>
                  </a:p>
                </p:txBody>
              </p:sp>
            </p:grpSp>
            <p:sp>
              <p:nvSpPr>
                <p:cNvPr id="352" name="Google Shape;352;p29"/>
                <p:cNvSpPr/>
                <p:nvPr/>
              </p:nvSpPr>
              <p:spPr>
                <a:xfrm>
                  <a:off x="4814250" y="596848"/>
                  <a:ext cx="716036" cy="71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353" name="Google Shape;353;p29"/>
                <p:cNvSpPr/>
                <p:nvPr/>
              </p:nvSpPr>
              <p:spPr>
                <a:xfrm>
                  <a:off x="7393860" y="3277728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354" name="Google Shape;354;p29"/>
                <p:cNvSpPr/>
                <p:nvPr/>
              </p:nvSpPr>
              <p:spPr>
                <a:xfrm>
                  <a:off x="8035449" y="2585529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355" name="Google Shape;355;p29"/>
                <p:cNvSpPr/>
                <p:nvPr/>
              </p:nvSpPr>
              <p:spPr>
                <a:xfrm>
                  <a:off x="5530281" y="3035708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356" name="Google Shape;356;p29"/>
                <p:cNvSpPr/>
                <p:nvPr/>
              </p:nvSpPr>
              <p:spPr>
                <a:xfrm>
                  <a:off x="7011756" y="584085"/>
                  <a:ext cx="1292563" cy="1292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357" name="Google Shape;357;p29"/>
                <p:cNvSpPr/>
                <p:nvPr/>
              </p:nvSpPr>
              <p:spPr>
                <a:xfrm>
                  <a:off x="8035457" y="1519454"/>
                  <a:ext cx="792788" cy="792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358" name="Google Shape;358;p29"/>
                <p:cNvSpPr/>
                <p:nvPr/>
              </p:nvSpPr>
              <p:spPr>
                <a:xfrm>
                  <a:off x="5021733" y="1950845"/>
                  <a:ext cx="508552" cy="5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359" name="Google Shape;359;p29"/>
                <p:cNvSpPr/>
                <p:nvPr/>
              </p:nvSpPr>
              <p:spPr>
                <a:xfrm>
                  <a:off x="5788842" y="633050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360" name="Google Shape;360;p29"/>
                <p:cNvSpPr/>
                <p:nvPr/>
              </p:nvSpPr>
              <p:spPr>
                <a:xfrm>
                  <a:off x="6457220" y="182501"/>
                  <a:ext cx="354760" cy="35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</p:grpSp>
          <p:grpSp>
            <p:nvGrpSpPr>
              <p:cNvPr id="361" name="Google Shape;361;p29"/>
              <p:cNvGrpSpPr/>
              <p:nvPr/>
            </p:nvGrpSpPr>
            <p:grpSpPr>
              <a:xfrm rot="-2979843" flipH="1">
                <a:off x="7139016" y="358"/>
                <a:ext cx="2497851" cy="956975"/>
                <a:chOff x="300338" y="2024677"/>
                <a:chExt cx="2497728" cy="956928"/>
              </a:xfrm>
            </p:grpSpPr>
            <p:sp>
              <p:nvSpPr>
                <p:cNvPr id="362" name="Google Shape;362;p29"/>
                <p:cNvSpPr/>
                <p:nvPr/>
              </p:nvSpPr>
              <p:spPr>
                <a:xfrm>
                  <a:off x="300338" y="2024677"/>
                  <a:ext cx="2497728" cy="95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75" h="7308" extrusionOk="0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363" name="Google Shape;363;p29"/>
                <p:cNvSpPr/>
                <p:nvPr/>
              </p:nvSpPr>
              <p:spPr>
                <a:xfrm>
                  <a:off x="1740733" y="2219786"/>
                  <a:ext cx="955618" cy="70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8" h="5416" extrusionOk="0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</p:grpSp>
        </p:grpSp>
        <p:sp>
          <p:nvSpPr>
            <p:cNvPr id="364" name="Google Shape;364;p29"/>
            <p:cNvSpPr/>
            <p:nvPr/>
          </p:nvSpPr>
          <p:spPr>
            <a:xfrm rot="-3033130">
              <a:off x="8204856" y="1418610"/>
              <a:ext cx="240324" cy="162787"/>
            </a:xfrm>
            <a:custGeom>
              <a:avLst/>
              <a:gdLst/>
              <a:ahLst/>
              <a:cxnLst/>
              <a:rect l="l" t="t" r="r" b="b"/>
              <a:pathLst>
                <a:path w="1714" h="1161" extrusionOk="0">
                  <a:moveTo>
                    <a:pt x="295" y="313"/>
                  </a:moveTo>
                  <a:cubicBezTo>
                    <a:pt x="143" y="501"/>
                    <a:pt x="0" y="857"/>
                    <a:pt x="250" y="1027"/>
                  </a:cubicBezTo>
                  <a:lnTo>
                    <a:pt x="250" y="1027"/>
                  </a:lnTo>
                  <a:cubicBezTo>
                    <a:pt x="357" y="1089"/>
                    <a:pt x="482" y="1089"/>
                    <a:pt x="607" y="1098"/>
                  </a:cubicBezTo>
                  <a:lnTo>
                    <a:pt x="607" y="1098"/>
                  </a:lnTo>
                  <a:cubicBezTo>
                    <a:pt x="759" y="1116"/>
                    <a:pt x="919" y="1152"/>
                    <a:pt x="1071" y="1152"/>
                  </a:cubicBezTo>
                  <a:lnTo>
                    <a:pt x="1071" y="1152"/>
                  </a:lnTo>
                  <a:cubicBezTo>
                    <a:pt x="1258" y="1161"/>
                    <a:pt x="1472" y="1107"/>
                    <a:pt x="1597" y="947"/>
                  </a:cubicBezTo>
                  <a:lnTo>
                    <a:pt x="1597" y="947"/>
                  </a:lnTo>
                  <a:cubicBezTo>
                    <a:pt x="1660" y="866"/>
                    <a:pt x="1695" y="759"/>
                    <a:pt x="1704" y="652"/>
                  </a:cubicBezTo>
                  <a:lnTo>
                    <a:pt x="1704" y="652"/>
                  </a:lnTo>
                  <a:cubicBezTo>
                    <a:pt x="1713" y="545"/>
                    <a:pt x="1713" y="447"/>
                    <a:pt x="1686" y="358"/>
                  </a:cubicBezTo>
                  <a:lnTo>
                    <a:pt x="1686" y="358"/>
                  </a:lnTo>
                  <a:cubicBezTo>
                    <a:pt x="1669" y="269"/>
                    <a:pt x="1606" y="188"/>
                    <a:pt x="1499" y="126"/>
                  </a:cubicBezTo>
                  <a:lnTo>
                    <a:pt x="1499" y="126"/>
                  </a:lnTo>
                  <a:cubicBezTo>
                    <a:pt x="1356" y="54"/>
                    <a:pt x="1187" y="10"/>
                    <a:pt x="1026" y="1"/>
                  </a:cubicBezTo>
                  <a:lnTo>
                    <a:pt x="1026" y="1"/>
                  </a:lnTo>
                  <a:cubicBezTo>
                    <a:pt x="1008" y="1"/>
                    <a:pt x="999" y="1"/>
                    <a:pt x="982" y="1"/>
                  </a:cubicBezTo>
                  <a:lnTo>
                    <a:pt x="982" y="1"/>
                  </a:lnTo>
                  <a:cubicBezTo>
                    <a:pt x="723" y="1"/>
                    <a:pt x="464" y="117"/>
                    <a:pt x="295" y="313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365" name="Google Shape;365;p29"/>
            <p:cNvSpPr/>
            <p:nvPr/>
          </p:nvSpPr>
          <p:spPr>
            <a:xfrm rot="7930158" flipH="1">
              <a:off x="7532339" y="1461822"/>
              <a:ext cx="162646" cy="45148"/>
            </a:xfrm>
            <a:custGeom>
              <a:avLst/>
              <a:gdLst/>
              <a:ahLst/>
              <a:cxnLst/>
              <a:rect l="l" t="t" r="r" b="b"/>
              <a:pathLst>
                <a:path w="1160" h="322" extrusionOk="0">
                  <a:moveTo>
                    <a:pt x="54" y="107"/>
                  </a:moveTo>
                  <a:cubicBezTo>
                    <a:pt x="36" y="116"/>
                    <a:pt x="27" y="134"/>
                    <a:pt x="18" y="152"/>
                  </a:cubicBezTo>
                  <a:lnTo>
                    <a:pt x="18" y="152"/>
                  </a:lnTo>
                  <a:cubicBezTo>
                    <a:pt x="9" y="161"/>
                    <a:pt x="0" y="188"/>
                    <a:pt x="9" y="197"/>
                  </a:cubicBezTo>
                  <a:lnTo>
                    <a:pt x="9" y="197"/>
                  </a:lnTo>
                  <a:cubicBezTo>
                    <a:pt x="18" y="232"/>
                    <a:pt x="54" y="241"/>
                    <a:pt x="80" y="250"/>
                  </a:cubicBezTo>
                  <a:lnTo>
                    <a:pt x="80" y="250"/>
                  </a:lnTo>
                  <a:cubicBezTo>
                    <a:pt x="303" y="295"/>
                    <a:pt x="526" y="321"/>
                    <a:pt x="758" y="321"/>
                  </a:cubicBezTo>
                  <a:lnTo>
                    <a:pt x="758" y="321"/>
                  </a:lnTo>
                  <a:cubicBezTo>
                    <a:pt x="812" y="321"/>
                    <a:pt x="865" y="321"/>
                    <a:pt x="910" y="321"/>
                  </a:cubicBezTo>
                  <a:lnTo>
                    <a:pt x="910" y="321"/>
                  </a:lnTo>
                  <a:cubicBezTo>
                    <a:pt x="964" y="321"/>
                    <a:pt x="1008" y="313"/>
                    <a:pt x="1062" y="313"/>
                  </a:cubicBezTo>
                  <a:lnTo>
                    <a:pt x="1062" y="313"/>
                  </a:lnTo>
                  <a:cubicBezTo>
                    <a:pt x="1080" y="313"/>
                    <a:pt x="1151" y="313"/>
                    <a:pt x="1151" y="286"/>
                  </a:cubicBezTo>
                  <a:lnTo>
                    <a:pt x="1151" y="286"/>
                  </a:lnTo>
                  <a:cubicBezTo>
                    <a:pt x="1160" y="268"/>
                    <a:pt x="1142" y="259"/>
                    <a:pt x="1133" y="250"/>
                  </a:cubicBezTo>
                  <a:lnTo>
                    <a:pt x="1133" y="250"/>
                  </a:lnTo>
                  <a:cubicBezTo>
                    <a:pt x="1106" y="232"/>
                    <a:pt x="1080" y="214"/>
                    <a:pt x="1053" y="197"/>
                  </a:cubicBezTo>
                  <a:lnTo>
                    <a:pt x="1053" y="197"/>
                  </a:lnTo>
                  <a:cubicBezTo>
                    <a:pt x="919" y="116"/>
                    <a:pt x="785" y="63"/>
                    <a:pt x="633" y="27"/>
                  </a:cubicBezTo>
                  <a:lnTo>
                    <a:pt x="633" y="27"/>
                  </a:lnTo>
                  <a:cubicBezTo>
                    <a:pt x="571" y="9"/>
                    <a:pt x="491" y="0"/>
                    <a:pt x="419" y="0"/>
                  </a:cubicBezTo>
                  <a:lnTo>
                    <a:pt x="419" y="0"/>
                  </a:lnTo>
                  <a:cubicBezTo>
                    <a:pt x="286" y="0"/>
                    <a:pt x="161" y="36"/>
                    <a:pt x="54" y="107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sp>
        <p:nvSpPr>
          <p:cNvPr id="366" name="Google Shape;366;p29"/>
          <p:cNvSpPr txBox="1">
            <a:spLocks noGrp="1"/>
          </p:cNvSpPr>
          <p:nvPr>
            <p:ph type="ctrTitle"/>
          </p:nvPr>
        </p:nvSpPr>
        <p:spPr>
          <a:xfrm>
            <a:off x="578950" y="1612787"/>
            <a:ext cx="4728623" cy="11168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3200" b="1" noProof="0" dirty="0">
                <a:solidFill>
                  <a:schemeClr val="accent1">
                    <a:lumMod val="25000"/>
                    <a:lumOff val="75000"/>
                  </a:schemeClr>
                </a:solidFill>
              </a:rPr>
              <a:t>The Impact of AI </a:t>
            </a:r>
            <a:r>
              <a:rPr lang="en-GB" sz="3200" b="1" noProof="0" dirty="0"/>
              <a:t>on everyday life</a:t>
            </a:r>
            <a:r>
              <a:rPr lang="en-GB" sz="3200" noProof="0" dirty="0"/>
              <a:t>_</a:t>
            </a:r>
          </a:p>
        </p:txBody>
      </p:sp>
      <p:sp>
        <p:nvSpPr>
          <p:cNvPr id="367" name="Google Shape;367;p29"/>
          <p:cNvSpPr txBox="1">
            <a:spLocks noGrp="1"/>
          </p:cNvSpPr>
          <p:nvPr>
            <p:ph type="subTitle" idx="1"/>
          </p:nvPr>
        </p:nvSpPr>
        <p:spPr>
          <a:xfrm>
            <a:off x="2815459" y="3703777"/>
            <a:ext cx="1823400" cy="7523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noProof="0" dirty="0"/>
              <a:t>Student:</a:t>
            </a:r>
          </a:p>
          <a:p>
            <a:pPr marL="0" lvl="0" indent="0"/>
            <a:r>
              <a:rPr lang="en-GB" noProof="0" dirty="0"/>
              <a:t>Mondea George</a:t>
            </a:r>
          </a:p>
          <a:p>
            <a:pPr marL="0" lvl="0" indent="0"/>
            <a:r>
              <a:rPr lang="en-GB" noProof="0" dirty="0"/>
              <a:t>XII C</a:t>
            </a:r>
          </a:p>
        </p:txBody>
      </p:sp>
      <p:sp>
        <p:nvSpPr>
          <p:cNvPr id="2" name="Google Shape;367;p29">
            <a:extLst>
              <a:ext uri="{FF2B5EF4-FFF2-40B4-BE49-F238E27FC236}">
                <a16:creationId xmlns:a16="http://schemas.microsoft.com/office/drawing/2014/main" id="{7246B33D-6D53-63B4-D85E-CB07B73E34F6}"/>
              </a:ext>
            </a:extLst>
          </p:cNvPr>
          <p:cNvSpPr txBox="1">
            <a:spLocks/>
          </p:cNvSpPr>
          <p:nvPr/>
        </p:nvSpPr>
        <p:spPr>
          <a:xfrm>
            <a:off x="2971291" y="349284"/>
            <a:ext cx="3201417" cy="34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/>
            <a:r>
              <a:rPr lang="en-GB" dirty="0" err="1"/>
              <a:t>Colegiul</a:t>
            </a:r>
            <a:r>
              <a:rPr lang="en-GB" dirty="0"/>
              <a:t> Na</a:t>
            </a:r>
            <a:r>
              <a:rPr lang="ro-RO" dirty="0" err="1"/>
              <a:t>țional</a:t>
            </a:r>
            <a:r>
              <a:rPr lang="ro-RO" dirty="0"/>
              <a:t> </a:t>
            </a:r>
            <a:r>
              <a:rPr lang="en-US" dirty="0"/>
              <a:t>“Decebal”</a:t>
            </a:r>
            <a:r>
              <a:rPr lang="en-GB" noProof="0" dirty="0"/>
              <a:t>, Deva</a:t>
            </a:r>
          </a:p>
        </p:txBody>
      </p:sp>
      <p:sp>
        <p:nvSpPr>
          <p:cNvPr id="3" name="Google Shape;367;p29">
            <a:extLst>
              <a:ext uri="{FF2B5EF4-FFF2-40B4-BE49-F238E27FC236}">
                <a16:creationId xmlns:a16="http://schemas.microsoft.com/office/drawing/2014/main" id="{0BA93213-5B6B-01AA-D67A-44B2F910C6B1}"/>
              </a:ext>
            </a:extLst>
          </p:cNvPr>
          <p:cNvSpPr txBox="1">
            <a:spLocks/>
          </p:cNvSpPr>
          <p:nvPr/>
        </p:nvSpPr>
        <p:spPr>
          <a:xfrm>
            <a:off x="324714" y="3701242"/>
            <a:ext cx="2134923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l"/>
            <a:r>
              <a:rPr lang="en-GB" noProof="0" dirty="0"/>
              <a:t>Coordinating Teacher:</a:t>
            </a:r>
          </a:p>
          <a:p>
            <a:pPr marL="0" indent="0" algn="l"/>
            <a:r>
              <a:rPr lang="en-GB" noProof="0" dirty="0" err="1"/>
              <a:t>Cîmpean</a:t>
            </a:r>
            <a:r>
              <a:rPr lang="en-GB" noProof="0" dirty="0"/>
              <a:t> Andreea</a:t>
            </a:r>
          </a:p>
        </p:txBody>
      </p:sp>
      <p:sp>
        <p:nvSpPr>
          <p:cNvPr id="4" name="Google Shape;367;p29">
            <a:extLst>
              <a:ext uri="{FF2B5EF4-FFF2-40B4-BE49-F238E27FC236}">
                <a16:creationId xmlns:a16="http://schemas.microsoft.com/office/drawing/2014/main" id="{815668AF-B31E-BC2B-45D2-09EF5C0E297A}"/>
              </a:ext>
            </a:extLst>
          </p:cNvPr>
          <p:cNvSpPr txBox="1">
            <a:spLocks/>
          </p:cNvSpPr>
          <p:nvPr/>
        </p:nvSpPr>
        <p:spPr>
          <a:xfrm>
            <a:off x="2096484" y="4490669"/>
            <a:ext cx="726305" cy="34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/>
            <a:r>
              <a:rPr lang="en-GB" noProof="0" dirty="0"/>
              <a:t>2026</a:t>
            </a:r>
            <a:endParaRPr lang="en-GB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"/>
          <p:cNvSpPr/>
          <p:nvPr/>
        </p:nvSpPr>
        <p:spPr>
          <a:xfrm>
            <a:off x="323144" y="130310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382" name="Google Shape;382;p31"/>
          <p:cNvSpPr/>
          <p:nvPr/>
        </p:nvSpPr>
        <p:spPr>
          <a:xfrm>
            <a:off x="5933388" y="1323017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383" name="Google Shape;383;p31"/>
          <p:cNvSpPr/>
          <p:nvPr/>
        </p:nvSpPr>
        <p:spPr>
          <a:xfrm>
            <a:off x="3155346" y="132215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384" name="Google Shape;384;p31"/>
          <p:cNvSpPr/>
          <p:nvPr/>
        </p:nvSpPr>
        <p:spPr>
          <a:xfrm>
            <a:off x="336731" y="2488003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385" name="Google Shape;385;p31"/>
          <p:cNvSpPr txBox="1">
            <a:spLocks noGrp="1"/>
          </p:cNvSpPr>
          <p:nvPr>
            <p:ph type="title"/>
          </p:nvPr>
        </p:nvSpPr>
        <p:spPr>
          <a:xfrm>
            <a:off x="2408107" y="333725"/>
            <a:ext cx="432778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noProof="0" dirty="0">
                <a:latin typeface="Trispace"/>
                <a:ea typeface="Trispace"/>
                <a:cs typeface="Trispace"/>
                <a:sym typeface="Trispace"/>
              </a:rPr>
              <a:t>Table of contents</a:t>
            </a:r>
            <a:r>
              <a:rPr lang="en-GB" b="0" noProof="0" dirty="0">
                <a:latin typeface="Trispace"/>
                <a:ea typeface="Trispace"/>
                <a:cs typeface="Trispace"/>
                <a:sym typeface="Trispace"/>
              </a:rPr>
              <a:t>_</a:t>
            </a:r>
          </a:p>
        </p:txBody>
      </p:sp>
      <p:sp>
        <p:nvSpPr>
          <p:cNvPr id="386" name="Google Shape;386;p31"/>
          <p:cNvSpPr txBox="1">
            <a:spLocks noGrp="1"/>
          </p:cNvSpPr>
          <p:nvPr>
            <p:ph type="title" idx="2"/>
          </p:nvPr>
        </p:nvSpPr>
        <p:spPr>
          <a:xfrm>
            <a:off x="323144" y="1496755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01</a:t>
            </a:r>
          </a:p>
        </p:txBody>
      </p:sp>
      <p:sp>
        <p:nvSpPr>
          <p:cNvPr id="387" name="Google Shape;387;p31"/>
          <p:cNvSpPr txBox="1">
            <a:spLocks noGrp="1"/>
          </p:cNvSpPr>
          <p:nvPr>
            <p:ph type="title" idx="3"/>
          </p:nvPr>
        </p:nvSpPr>
        <p:spPr>
          <a:xfrm>
            <a:off x="3155346" y="151580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02</a:t>
            </a:r>
          </a:p>
        </p:txBody>
      </p:sp>
      <p:sp>
        <p:nvSpPr>
          <p:cNvPr id="388" name="Google Shape;388;p31"/>
          <p:cNvSpPr txBox="1">
            <a:spLocks noGrp="1"/>
          </p:cNvSpPr>
          <p:nvPr>
            <p:ph type="title" idx="4"/>
          </p:nvPr>
        </p:nvSpPr>
        <p:spPr>
          <a:xfrm>
            <a:off x="5933376" y="1516667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03</a:t>
            </a:r>
          </a:p>
        </p:txBody>
      </p:sp>
      <p:sp>
        <p:nvSpPr>
          <p:cNvPr id="389" name="Google Shape;389;p31"/>
          <p:cNvSpPr txBox="1">
            <a:spLocks noGrp="1"/>
          </p:cNvSpPr>
          <p:nvPr>
            <p:ph type="title" idx="5"/>
          </p:nvPr>
        </p:nvSpPr>
        <p:spPr>
          <a:xfrm>
            <a:off x="336719" y="2681653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04</a:t>
            </a:r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1"/>
          </p:nvPr>
        </p:nvSpPr>
        <p:spPr>
          <a:xfrm>
            <a:off x="1374950" y="1496755"/>
            <a:ext cx="1602698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Argument</a:t>
            </a:r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6"/>
          </p:nvPr>
        </p:nvSpPr>
        <p:spPr>
          <a:xfrm>
            <a:off x="6985188" y="1516663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GB" noProof="0" dirty="0"/>
              <a:t>Chapter 1: Introduction</a:t>
            </a:r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7"/>
          </p:nvPr>
        </p:nvSpPr>
        <p:spPr>
          <a:xfrm>
            <a:off x="4207152" y="1515804"/>
            <a:ext cx="1200612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GB" noProof="0" dirty="0"/>
              <a:t>Précis</a:t>
            </a:r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8"/>
          </p:nvPr>
        </p:nvSpPr>
        <p:spPr>
          <a:xfrm>
            <a:off x="1388531" y="2681648"/>
            <a:ext cx="180249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GB" noProof="0" dirty="0"/>
              <a:t>Chapter 2: Benefits</a:t>
            </a:r>
          </a:p>
        </p:txBody>
      </p:sp>
      <p:sp>
        <p:nvSpPr>
          <p:cNvPr id="5" name="Google Shape;384;p31">
            <a:extLst>
              <a:ext uri="{FF2B5EF4-FFF2-40B4-BE49-F238E27FC236}">
                <a16:creationId xmlns:a16="http://schemas.microsoft.com/office/drawing/2014/main" id="{664B6CC4-08B9-7062-0427-88A5A94022CF}"/>
              </a:ext>
            </a:extLst>
          </p:cNvPr>
          <p:cNvSpPr/>
          <p:nvPr/>
        </p:nvSpPr>
        <p:spPr>
          <a:xfrm>
            <a:off x="3148446" y="2523434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6" name="Google Shape;389;p31">
            <a:extLst>
              <a:ext uri="{FF2B5EF4-FFF2-40B4-BE49-F238E27FC236}">
                <a16:creationId xmlns:a16="http://schemas.microsoft.com/office/drawing/2014/main" id="{7E1AA5C5-C47B-FAEF-6340-62CDB63C0210}"/>
              </a:ext>
            </a:extLst>
          </p:cNvPr>
          <p:cNvSpPr txBox="1">
            <a:spLocks/>
          </p:cNvSpPr>
          <p:nvPr/>
        </p:nvSpPr>
        <p:spPr>
          <a:xfrm>
            <a:off x="3148434" y="2717084"/>
            <a:ext cx="10449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3600" b="0" i="0" u="none" strike="noStrike" cap="none">
                <a:solidFill>
                  <a:schemeClr val="dk2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r>
              <a:rPr lang="en-GB" noProof="0" dirty="0"/>
              <a:t>05</a:t>
            </a:r>
          </a:p>
        </p:txBody>
      </p:sp>
      <p:sp>
        <p:nvSpPr>
          <p:cNvPr id="7" name="Google Shape;393;p31">
            <a:extLst>
              <a:ext uri="{FF2B5EF4-FFF2-40B4-BE49-F238E27FC236}">
                <a16:creationId xmlns:a16="http://schemas.microsoft.com/office/drawing/2014/main" id="{5B975AC3-5D2B-43D8-E02D-333C12D2A940}"/>
              </a:ext>
            </a:extLst>
          </p:cNvPr>
          <p:cNvSpPr txBox="1">
            <a:spLocks/>
          </p:cNvSpPr>
          <p:nvPr/>
        </p:nvSpPr>
        <p:spPr>
          <a:xfrm>
            <a:off x="4200246" y="2717079"/>
            <a:ext cx="1926296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noProof="0" dirty="0"/>
              <a:t>Chapter 3: Drawbacks</a:t>
            </a:r>
          </a:p>
        </p:txBody>
      </p:sp>
      <p:sp>
        <p:nvSpPr>
          <p:cNvPr id="10" name="Google Shape;384;p31">
            <a:extLst>
              <a:ext uri="{FF2B5EF4-FFF2-40B4-BE49-F238E27FC236}">
                <a16:creationId xmlns:a16="http://schemas.microsoft.com/office/drawing/2014/main" id="{1E6C8158-F121-1A5C-0895-4BC738E32090}"/>
              </a:ext>
            </a:extLst>
          </p:cNvPr>
          <p:cNvSpPr/>
          <p:nvPr/>
        </p:nvSpPr>
        <p:spPr>
          <a:xfrm>
            <a:off x="5940300" y="2523434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11" name="Google Shape;389;p31">
            <a:extLst>
              <a:ext uri="{FF2B5EF4-FFF2-40B4-BE49-F238E27FC236}">
                <a16:creationId xmlns:a16="http://schemas.microsoft.com/office/drawing/2014/main" id="{1C99F2C1-99B3-E1CB-5812-B05F1803A08B}"/>
              </a:ext>
            </a:extLst>
          </p:cNvPr>
          <p:cNvSpPr txBox="1">
            <a:spLocks/>
          </p:cNvSpPr>
          <p:nvPr/>
        </p:nvSpPr>
        <p:spPr>
          <a:xfrm>
            <a:off x="5940288" y="2717084"/>
            <a:ext cx="10449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3600" b="0" i="0" u="none" strike="noStrike" cap="none">
                <a:solidFill>
                  <a:schemeClr val="dk2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r>
              <a:rPr lang="en-GB" noProof="0" dirty="0"/>
              <a:t>06</a:t>
            </a:r>
          </a:p>
        </p:txBody>
      </p:sp>
      <p:sp>
        <p:nvSpPr>
          <p:cNvPr id="12" name="Google Shape;393;p31">
            <a:extLst>
              <a:ext uri="{FF2B5EF4-FFF2-40B4-BE49-F238E27FC236}">
                <a16:creationId xmlns:a16="http://schemas.microsoft.com/office/drawing/2014/main" id="{6022188A-C77F-A523-C7A9-AF24350CE4D0}"/>
              </a:ext>
            </a:extLst>
          </p:cNvPr>
          <p:cNvSpPr txBox="1">
            <a:spLocks/>
          </p:cNvSpPr>
          <p:nvPr/>
        </p:nvSpPr>
        <p:spPr>
          <a:xfrm>
            <a:off x="6992100" y="2717079"/>
            <a:ext cx="21519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noProof="0" dirty="0"/>
              <a:t>Conclusion</a:t>
            </a:r>
          </a:p>
        </p:txBody>
      </p:sp>
      <p:sp>
        <p:nvSpPr>
          <p:cNvPr id="13" name="Google Shape;381;p31">
            <a:extLst>
              <a:ext uri="{FF2B5EF4-FFF2-40B4-BE49-F238E27FC236}">
                <a16:creationId xmlns:a16="http://schemas.microsoft.com/office/drawing/2014/main" id="{704AC2BB-9046-F7EF-F00D-8DCD42D7113A}"/>
              </a:ext>
            </a:extLst>
          </p:cNvPr>
          <p:cNvSpPr/>
          <p:nvPr/>
        </p:nvSpPr>
        <p:spPr>
          <a:xfrm>
            <a:off x="3155346" y="3764875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14" name="Google Shape;386;p31">
            <a:extLst>
              <a:ext uri="{FF2B5EF4-FFF2-40B4-BE49-F238E27FC236}">
                <a16:creationId xmlns:a16="http://schemas.microsoft.com/office/drawing/2014/main" id="{C0C2A01F-7A61-ED91-5B8A-E2330987FAE2}"/>
              </a:ext>
            </a:extLst>
          </p:cNvPr>
          <p:cNvSpPr txBox="1">
            <a:spLocks/>
          </p:cNvSpPr>
          <p:nvPr/>
        </p:nvSpPr>
        <p:spPr>
          <a:xfrm>
            <a:off x="3155346" y="3958521"/>
            <a:ext cx="10449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3600" b="0" i="0" u="none" strike="noStrike" cap="none">
                <a:solidFill>
                  <a:schemeClr val="dk2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ispace"/>
              <a:buNone/>
              <a:defRPr sz="24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r>
              <a:rPr lang="en-GB" noProof="0" dirty="0"/>
              <a:t>07</a:t>
            </a:r>
          </a:p>
        </p:txBody>
      </p:sp>
      <p:sp>
        <p:nvSpPr>
          <p:cNvPr id="15" name="Google Shape;390;p31">
            <a:extLst>
              <a:ext uri="{FF2B5EF4-FFF2-40B4-BE49-F238E27FC236}">
                <a16:creationId xmlns:a16="http://schemas.microsoft.com/office/drawing/2014/main" id="{8B02C4E4-0626-8D84-3CBC-FE66FA8B563A}"/>
              </a:ext>
            </a:extLst>
          </p:cNvPr>
          <p:cNvSpPr txBox="1">
            <a:spLocks/>
          </p:cNvSpPr>
          <p:nvPr/>
        </p:nvSpPr>
        <p:spPr>
          <a:xfrm>
            <a:off x="4207152" y="3958521"/>
            <a:ext cx="2094588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noProof="0" dirty="0"/>
              <a:t>Bibliography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32"/>
          <p:cNvGrpSpPr/>
          <p:nvPr/>
        </p:nvGrpSpPr>
        <p:grpSpPr>
          <a:xfrm>
            <a:off x="5710513" y="569504"/>
            <a:ext cx="3877481" cy="4090276"/>
            <a:chOff x="5710513" y="569504"/>
            <a:chExt cx="3877481" cy="4090276"/>
          </a:xfrm>
        </p:grpSpPr>
        <p:sp>
          <p:nvSpPr>
            <p:cNvPr id="401" name="Google Shape;401;p32"/>
            <p:cNvSpPr/>
            <p:nvPr/>
          </p:nvSpPr>
          <p:spPr>
            <a:xfrm rot="2062716">
              <a:off x="7347458" y="1325451"/>
              <a:ext cx="1985541" cy="1517391"/>
            </a:xfrm>
            <a:custGeom>
              <a:avLst/>
              <a:gdLst/>
              <a:ahLst/>
              <a:cxnLst/>
              <a:rect l="l" t="t" r="r" b="b"/>
              <a:pathLst>
                <a:path w="17932" h="13704" extrusionOk="0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grpSp>
          <p:nvGrpSpPr>
            <p:cNvPr id="402" name="Google Shape;402;p32"/>
            <p:cNvGrpSpPr/>
            <p:nvPr/>
          </p:nvGrpSpPr>
          <p:grpSpPr>
            <a:xfrm>
              <a:off x="5710513" y="569504"/>
              <a:ext cx="3877481" cy="4090276"/>
              <a:chOff x="5410088" y="476042"/>
              <a:chExt cx="3877481" cy="4090276"/>
            </a:xfrm>
          </p:grpSpPr>
          <p:sp>
            <p:nvSpPr>
              <p:cNvPr id="403" name="Google Shape;403;p32"/>
              <p:cNvSpPr/>
              <p:nvPr/>
            </p:nvSpPr>
            <p:spPr>
              <a:xfrm>
                <a:off x="5728780" y="224051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/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6197561" y="336697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/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5531598" y="106637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/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8080630" y="280616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/>
              </a:p>
            </p:txBody>
          </p:sp>
          <p:grpSp>
            <p:nvGrpSpPr>
              <p:cNvPr id="407" name="Google Shape;407;p32"/>
              <p:cNvGrpSpPr/>
              <p:nvPr/>
            </p:nvGrpSpPr>
            <p:grpSpPr>
              <a:xfrm rot="2902359" flipH="1">
                <a:off x="5578694" y="1544629"/>
                <a:ext cx="3540270" cy="2041175"/>
                <a:chOff x="503897" y="1148626"/>
                <a:chExt cx="3540180" cy="2041124"/>
              </a:xfrm>
            </p:grpSpPr>
            <p:sp>
              <p:nvSpPr>
                <p:cNvPr id="408" name="Google Shape;408;p32"/>
                <p:cNvSpPr/>
                <p:nvPr/>
              </p:nvSpPr>
              <p:spPr>
                <a:xfrm>
                  <a:off x="2003209" y="1148626"/>
                  <a:ext cx="2040867" cy="2041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B47FFF">
                        <a:alpha val="50196"/>
                      </a:srgbClr>
                    </a:gs>
                    <a:gs pos="69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409" name="Google Shape;409;p32"/>
                <p:cNvSpPr/>
                <p:nvPr/>
              </p:nvSpPr>
              <p:spPr>
                <a:xfrm>
                  <a:off x="503897" y="2053971"/>
                  <a:ext cx="2497728" cy="95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75" h="7308" extrusionOk="0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410" name="Google Shape;410;p32"/>
                <p:cNvSpPr/>
                <p:nvPr/>
              </p:nvSpPr>
              <p:spPr>
                <a:xfrm>
                  <a:off x="1944292" y="2249081"/>
                  <a:ext cx="955618" cy="70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8" h="5416" extrusionOk="0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  <p:sp>
              <p:nvSpPr>
                <p:cNvPr id="411" name="Google Shape;411;p32"/>
                <p:cNvSpPr/>
                <p:nvPr/>
              </p:nvSpPr>
              <p:spPr>
                <a:xfrm>
                  <a:off x="2522549" y="1786447"/>
                  <a:ext cx="896049" cy="896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6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GB" noProof="0" dirty="0"/>
                </a:p>
              </p:txBody>
            </p:sp>
          </p:grpSp>
          <p:sp>
            <p:nvSpPr>
              <p:cNvPr id="412" name="Google Shape;412;p32"/>
              <p:cNvSpPr/>
              <p:nvPr/>
            </p:nvSpPr>
            <p:spPr>
              <a:xfrm>
                <a:off x="6149503" y="476042"/>
                <a:ext cx="660023" cy="660100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/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8151030" y="170186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/>
              </a:p>
            </p:txBody>
          </p:sp>
          <p:sp>
            <p:nvSpPr>
              <p:cNvPr id="414" name="Google Shape;414;p32"/>
              <p:cNvSpPr/>
              <p:nvPr/>
            </p:nvSpPr>
            <p:spPr>
              <a:xfrm>
                <a:off x="7824023" y="73932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/>
              </a:p>
            </p:txBody>
          </p:sp>
        </p:grp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D6F3126D-F656-B78F-1E43-B491F7C6E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7494" y="1457296"/>
            <a:ext cx="5566095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latinLnBrk="0" hangingPunct="0">
              <a:buSzPts val="1200"/>
              <a:buNone/>
              <a:tabLst/>
            </a:pPr>
            <a:r>
              <a:rPr lang="en-GB" sz="1400" noProof="0" dirty="0"/>
              <a:t>My interest in artificial intelligence began in my teenage years, driven by curiosity about the future and technological progress.</a:t>
            </a:r>
          </a:p>
          <a:p>
            <a:pPr marL="0" lvl="0" indent="0" defTabSz="914400" eaLnBrk="0" fontAlgn="base" latinLnBrk="0" hangingPunct="0">
              <a:buSzPts val="1200"/>
              <a:buNone/>
              <a:tabLst/>
            </a:pPr>
            <a:endParaRPr lang="en-GB" sz="1400" noProof="0" dirty="0"/>
          </a:p>
          <a:p>
            <a:pPr marL="0" lvl="0" indent="0" defTabSz="914400" eaLnBrk="0" fontAlgn="base" latinLnBrk="0" hangingPunct="0">
              <a:buSzPts val="1200"/>
              <a:buNone/>
              <a:tabLst/>
            </a:pPr>
            <a:r>
              <a:rPr lang="en-GB" sz="1400" noProof="0" dirty="0"/>
              <a:t>Artificial intelligence is no longer science fiction, as it is already present in phones, homes, and everyday digital experiences.</a:t>
            </a:r>
          </a:p>
          <a:p>
            <a:pPr marL="0" lvl="0" indent="0" defTabSz="914400" eaLnBrk="0" fontAlgn="base" latinLnBrk="0" hangingPunct="0">
              <a:buSzPts val="1200"/>
              <a:buNone/>
              <a:tabLst/>
            </a:pPr>
            <a:endParaRPr lang="en-GB" sz="1400" noProof="0" dirty="0"/>
          </a:p>
          <a:p>
            <a:pPr marL="0" lvl="0" indent="0" defTabSz="914400" eaLnBrk="0" fontAlgn="base" latinLnBrk="0" hangingPunct="0">
              <a:buSzPts val="1200"/>
              <a:buNone/>
              <a:tabLst/>
            </a:pPr>
            <a:r>
              <a:rPr lang="en-GB" sz="1400" noProof="0" dirty="0"/>
              <a:t>Real-world examples such as self-driving cars and recommendation algorithms made me aware of how deeply AI influences daily life.</a:t>
            </a:r>
          </a:p>
          <a:p>
            <a:pPr marL="0" lvl="0" indent="0" defTabSz="914400" eaLnBrk="0" fontAlgn="base" latinLnBrk="0" hangingPunct="0">
              <a:buSzPts val="1200"/>
              <a:buNone/>
              <a:tabLst/>
            </a:pPr>
            <a:endParaRPr lang="en-GB" sz="1400" noProof="0" dirty="0"/>
          </a:p>
          <a:p>
            <a:pPr marL="0" lvl="0" indent="0" defTabSz="914400" eaLnBrk="0" fontAlgn="base" latinLnBrk="0" hangingPunct="0">
              <a:buSzPts val="1200"/>
              <a:buNone/>
              <a:tabLst/>
            </a:pPr>
            <a:r>
              <a:rPr lang="en-GB" sz="1400" noProof="0" dirty="0"/>
              <a:t>Through this project, I aim to explore how AI affects work, entertainment, relationships, and personal choices, highlighting both its excitement and its challenges.</a:t>
            </a:r>
          </a:p>
        </p:txBody>
      </p:sp>
      <p:sp>
        <p:nvSpPr>
          <p:cNvPr id="6" name="Google Shape;420;p33">
            <a:extLst>
              <a:ext uri="{FF2B5EF4-FFF2-40B4-BE49-F238E27FC236}">
                <a16:creationId xmlns:a16="http://schemas.microsoft.com/office/drawing/2014/main" id="{D948B67B-8416-1D59-2673-5D250D441C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9799" y="387804"/>
            <a:ext cx="308440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b="1" noProof="0" dirty="0"/>
              <a:t>Argument</a:t>
            </a:r>
            <a:r>
              <a:rPr lang="en-GB" noProof="0" dirty="0"/>
              <a:t>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 txBox="1">
            <a:spLocks noGrp="1"/>
          </p:cNvSpPr>
          <p:nvPr>
            <p:ph type="title"/>
          </p:nvPr>
        </p:nvSpPr>
        <p:spPr>
          <a:xfrm>
            <a:off x="1766773" y="466979"/>
            <a:ext cx="560213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noProof="0" dirty="0"/>
              <a:t>Chapter 1: Introduction</a:t>
            </a:r>
            <a:r>
              <a:rPr lang="en-GB" noProof="0" dirty="0"/>
              <a:t>_</a:t>
            </a:r>
          </a:p>
        </p:txBody>
      </p:sp>
      <p:sp>
        <p:nvSpPr>
          <p:cNvPr id="514" name="Google Shape;514;p36"/>
          <p:cNvSpPr/>
          <p:nvPr/>
        </p:nvSpPr>
        <p:spPr>
          <a:xfrm>
            <a:off x="1030573" y="1297191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15" name="Google Shape;515;p36"/>
          <p:cNvSpPr/>
          <p:nvPr/>
        </p:nvSpPr>
        <p:spPr>
          <a:xfrm>
            <a:off x="1019063" y="2086396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16" name="Google Shape;516;p36"/>
          <p:cNvSpPr/>
          <p:nvPr/>
        </p:nvSpPr>
        <p:spPr>
          <a:xfrm>
            <a:off x="1030573" y="2891462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17" name="Google Shape;517;p36"/>
          <p:cNvSpPr/>
          <p:nvPr/>
        </p:nvSpPr>
        <p:spPr>
          <a:xfrm>
            <a:off x="1030573" y="3700331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grpSp>
        <p:nvGrpSpPr>
          <p:cNvPr id="518" name="Google Shape;518;p36"/>
          <p:cNvGrpSpPr/>
          <p:nvPr/>
        </p:nvGrpSpPr>
        <p:grpSpPr>
          <a:xfrm>
            <a:off x="1231271" y="1475241"/>
            <a:ext cx="335729" cy="380054"/>
            <a:chOff x="1144715" y="2144793"/>
            <a:chExt cx="430698" cy="487561"/>
          </a:xfrm>
        </p:grpSpPr>
        <p:sp>
          <p:nvSpPr>
            <p:cNvPr id="519" name="Google Shape;519;p36"/>
            <p:cNvSpPr/>
            <p:nvPr/>
          </p:nvSpPr>
          <p:spPr>
            <a:xfrm>
              <a:off x="1273394" y="2144793"/>
              <a:ext cx="72030" cy="199864"/>
            </a:xfrm>
            <a:custGeom>
              <a:avLst/>
              <a:gdLst/>
              <a:ahLst/>
              <a:cxnLst/>
              <a:rect l="l" t="t" r="r" b="b"/>
              <a:pathLst>
                <a:path w="679" h="1884" extrusionOk="0">
                  <a:moveTo>
                    <a:pt x="678" y="1883"/>
                  </a:moveTo>
                  <a:lnTo>
                    <a:pt x="678" y="1"/>
                  </a:lnTo>
                  <a:cubicBezTo>
                    <a:pt x="295" y="72"/>
                    <a:pt x="0" y="402"/>
                    <a:pt x="0" y="813"/>
                  </a:cubicBezTo>
                  <a:lnTo>
                    <a:pt x="0" y="1080"/>
                  </a:lnTo>
                  <a:cubicBezTo>
                    <a:pt x="0" y="1482"/>
                    <a:pt x="295" y="1821"/>
                    <a:pt x="678" y="18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1373749" y="2144793"/>
              <a:ext cx="72879" cy="199864"/>
            </a:xfrm>
            <a:custGeom>
              <a:avLst/>
              <a:gdLst/>
              <a:ahLst/>
              <a:cxnLst/>
              <a:rect l="l" t="t" r="r" b="b"/>
              <a:pathLst>
                <a:path w="687" h="1884" extrusionOk="0">
                  <a:moveTo>
                    <a:pt x="0" y="1883"/>
                  </a:moveTo>
                  <a:cubicBezTo>
                    <a:pt x="393" y="1821"/>
                    <a:pt x="687" y="1482"/>
                    <a:pt x="687" y="1080"/>
                  </a:cubicBezTo>
                  <a:lnTo>
                    <a:pt x="687" y="813"/>
                  </a:lnTo>
                  <a:cubicBezTo>
                    <a:pt x="687" y="402"/>
                    <a:pt x="393" y="7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1173039" y="2374782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2989" y="679"/>
                  </a:moveTo>
                  <a:lnTo>
                    <a:pt x="2722" y="679"/>
                  </a:lnTo>
                  <a:lnTo>
                    <a:pt x="2722" y="402"/>
                  </a:lnTo>
                  <a:lnTo>
                    <a:pt x="2989" y="402"/>
                  </a:lnTo>
                  <a:close/>
                  <a:moveTo>
                    <a:pt x="2445" y="679"/>
                  </a:moveTo>
                  <a:lnTo>
                    <a:pt x="2169" y="679"/>
                  </a:lnTo>
                  <a:lnTo>
                    <a:pt x="2169" y="402"/>
                  </a:lnTo>
                  <a:lnTo>
                    <a:pt x="2445" y="402"/>
                  </a:lnTo>
                  <a:close/>
                  <a:moveTo>
                    <a:pt x="1348" y="679"/>
                  </a:moveTo>
                  <a:lnTo>
                    <a:pt x="1080" y="679"/>
                  </a:lnTo>
                  <a:lnTo>
                    <a:pt x="1080" y="402"/>
                  </a:lnTo>
                  <a:lnTo>
                    <a:pt x="1348" y="402"/>
                  </a:lnTo>
                  <a:close/>
                  <a:moveTo>
                    <a:pt x="813" y="679"/>
                  </a:moveTo>
                  <a:lnTo>
                    <a:pt x="536" y="679"/>
                  </a:lnTo>
                  <a:lnTo>
                    <a:pt x="536" y="402"/>
                  </a:lnTo>
                  <a:lnTo>
                    <a:pt x="813" y="402"/>
                  </a:lnTo>
                  <a:close/>
                  <a:moveTo>
                    <a:pt x="3525" y="1"/>
                  </a:moveTo>
                  <a:lnTo>
                    <a:pt x="1" y="1"/>
                  </a:lnTo>
                  <a:lnTo>
                    <a:pt x="1" y="1080"/>
                  </a:lnTo>
                  <a:lnTo>
                    <a:pt x="3525" y="108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1173039" y="2517676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536" y="402"/>
                  </a:moveTo>
                  <a:lnTo>
                    <a:pt x="813" y="402"/>
                  </a:lnTo>
                  <a:lnTo>
                    <a:pt x="813" y="670"/>
                  </a:lnTo>
                  <a:lnTo>
                    <a:pt x="536" y="670"/>
                  </a:lnTo>
                  <a:close/>
                  <a:moveTo>
                    <a:pt x="1080" y="402"/>
                  </a:moveTo>
                  <a:lnTo>
                    <a:pt x="1348" y="402"/>
                  </a:lnTo>
                  <a:lnTo>
                    <a:pt x="1348" y="670"/>
                  </a:lnTo>
                  <a:lnTo>
                    <a:pt x="1080" y="670"/>
                  </a:lnTo>
                  <a:close/>
                  <a:moveTo>
                    <a:pt x="2169" y="402"/>
                  </a:moveTo>
                  <a:lnTo>
                    <a:pt x="2445" y="402"/>
                  </a:lnTo>
                  <a:lnTo>
                    <a:pt x="2445" y="670"/>
                  </a:lnTo>
                  <a:lnTo>
                    <a:pt x="2169" y="670"/>
                  </a:lnTo>
                  <a:close/>
                  <a:moveTo>
                    <a:pt x="2722" y="402"/>
                  </a:moveTo>
                  <a:lnTo>
                    <a:pt x="2989" y="402"/>
                  </a:lnTo>
                  <a:lnTo>
                    <a:pt x="2989" y="670"/>
                  </a:lnTo>
                  <a:lnTo>
                    <a:pt x="2722" y="670"/>
                  </a:lnTo>
                  <a:close/>
                  <a:moveTo>
                    <a:pt x="1" y="1080"/>
                  </a:moveTo>
                  <a:lnTo>
                    <a:pt x="3525" y="1080"/>
                  </a:lnTo>
                  <a:lnTo>
                    <a:pt x="352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1479726" y="2184574"/>
              <a:ext cx="38826" cy="122210"/>
            </a:xfrm>
            <a:custGeom>
              <a:avLst/>
              <a:gdLst/>
              <a:ahLst/>
              <a:cxnLst/>
              <a:rect l="l" t="t" r="r" b="b"/>
              <a:pathLst>
                <a:path w="366" h="1152" extrusionOk="0">
                  <a:moveTo>
                    <a:pt x="241" y="1151"/>
                  </a:moveTo>
                  <a:cubicBezTo>
                    <a:pt x="321" y="964"/>
                    <a:pt x="366" y="768"/>
                    <a:pt x="366" y="572"/>
                  </a:cubicBezTo>
                  <a:cubicBezTo>
                    <a:pt x="366" y="375"/>
                    <a:pt x="321" y="179"/>
                    <a:pt x="250" y="1"/>
                  </a:cubicBezTo>
                  <a:lnTo>
                    <a:pt x="0" y="99"/>
                  </a:lnTo>
                  <a:cubicBezTo>
                    <a:pt x="63" y="250"/>
                    <a:pt x="89" y="411"/>
                    <a:pt x="89" y="572"/>
                  </a:cubicBezTo>
                  <a:cubicBezTo>
                    <a:pt x="89" y="732"/>
                    <a:pt x="63" y="893"/>
                    <a:pt x="0" y="10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1531707" y="2162827"/>
              <a:ext cx="43706" cy="165705"/>
            </a:xfrm>
            <a:custGeom>
              <a:avLst/>
              <a:gdLst/>
              <a:ahLst/>
              <a:cxnLst/>
              <a:rect l="l" t="t" r="r" b="b"/>
              <a:pathLst>
                <a:path w="412" h="1562" extrusionOk="0">
                  <a:moveTo>
                    <a:pt x="251" y="1562"/>
                  </a:moveTo>
                  <a:cubicBezTo>
                    <a:pt x="358" y="1312"/>
                    <a:pt x="411" y="1053"/>
                    <a:pt x="411" y="777"/>
                  </a:cubicBezTo>
                  <a:cubicBezTo>
                    <a:pt x="411" y="509"/>
                    <a:pt x="358" y="241"/>
                    <a:pt x="260" y="0"/>
                  </a:cubicBezTo>
                  <a:lnTo>
                    <a:pt x="10" y="99"/>
                  </a:lnTo>
                  <a:cubicBezTo>
                    <a:pt x="99" y="313"/>
                    <a:pt x="144" y="545"/>
                    <a:pt x="144" y="777"/>
                  </a:cubicBezTo>
                  <a:cubicBezTo>
                    <a:pt x="144" y="1008"/>
                    <a:pt x="99" y="1240"/>
                    <a:pt x="1" y="14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1201470" y="2183619"/>
              <a:ext cx="38932" cy="122210"/>
            </a:xfrm>
            <a:custGeom>
              <a:avLst/>
              <a:gdLst/>
              <a:ahLst/>
              <a:cxnLst/>
              <a:rect l="l" t="t" r="r" b="b"/>
              <a:pathLst>
                <a:path w="367" h="1152" extrusionOk="0">
                  <a:moveTo>
                    <a:pt x="366" y="1044"/>
                  </a:moveTo>
                  <a:cubicBezTo>
                    <a:pt x="304" y="902"/>
                    <a:pt x="268" y="741"/>
                    <a:pt x="268" y="581"/>
                  </a:cubicBezTo>
                  <a:cubicBezTo>
                    <a:pt x="268" y="411"/>
                    <a:pt x="304" y="250"/>
                    <a:pt x="366" y="99"/>
                  </a:cubicBezTo>
                  <a:lnTo>
                    <a:pt x="116" y="1"/>
                  </a:lnTo>
                  <a:cubicBezTo>
                    <a:pt x="36" y="179"/>
                    <a:pt x="0" y="375"/>
                    <a:pt x="0" y="581"/>
                  </a:cubicBezTo>
                  <a:cubicBezTo>
                    <a:pt x="0" y="777"/>
                    <a:pt x="36" y="973"/>
                    <a:pt x="116" y="11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1144715" y="2160918"/>
              <a:ext cx="42645" cy="166660"/>
            </a:xfrm>
            <a:custGeom>
              <a:avLst/>
              <a:gdLst/>
              <a:ahLst/>
              <a:cxnLst/>
              <a:rect l="l" t="t" r="r" b="b"/>
              <a:pathLst>
                <a:path w="402" h="1571" extrusionOk="0">
                  <a:moveTo>
                    <a:pt x="402" y="1464"/>
                  </a:moveTo>
                  <a:cubicBezTo>
                    <a:pt x="312" y="1250"/>
                    <a:pt x="268" y="1026"/>
                    <a:pt x="268" y="795"/>
                  </a:cubicBezTo>
                  <a:cubicBezTo>
                    <a:pt x="268" y="554"/>
                    <a:pt x="312" y="322"/>
                    <a:pt x="402" y="108"/>
                  </a:cubicBezTo>
                  <a:lnTo>
                    <a:pt x="152" y="1"/>
                  </a:lnTo>
                  <a:cubicBezTo>
                    <a:pt x="54" y="250"/>
                    <a:pt x="0" y="518"/>
                    <a:pt x="0" y="795"/>
                  </a:cubicBezTo>
                  <a:cubicBezTo>
                    <a:pt x="0" y="1062"/>
                    <a:pt x="45" y="1321"/>
                    <a:pt x="152" y="1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527" name="Google Shape;527;p36"/>
          <p:cNvGrpSpPr/>
          <p:nvPr/>
        </p:nvGrpSpPr>
        <p:grpSpPr>
          <a:xfrm>
            <a:off x="1197599" y="2264509"/>
            <a:ext cx="379967" cy="379976"/>
            <a:chOff x="1116285" y="2741087"/>
            <a:chExt cx="487449" cy="487461"/>
          </a:xfrm>
        </p:grpSpPr>
        <p:sp>
          <p:nvSpPr>
            <p:cNvPr id="528" name="Google Shape;528;p36"/>
            <p:cNvSpPr/>
            <p:nvPr/>
          </p:nvSpPr>
          <p:spPr>
            <a:xfrm>
              <a:off x="1331103" y="2912306"/>
              <a:ext cx="56860" cy="57922"/>
            </a:xfrm>
            <a:custGeom>
              <a:avLst/>
              <a:gdLst/>
              <a:ahLst/>
              <a:cxnLst/>
              <a:rect l="l" t="t" r="r" b="b"/>
              <a:pathLst>
                <a:path w="536" h="546" extrusionOk="0">
                  <a:moveTo>
                    <a:pt x="268" y="1"/>
                  </a:moveTo>
                  <a:cubicBezTo>
                    <a:pt x="420" y="1"/>
                    <a:pt x="536" y="126"/>
                    <a:pt x="536" y="268"/>
                  </a:cubicBezTo>
                  <a:cubicBezTo>
                    <a:pt x="536" y="420"/>
                    <a:pt x="420" y="545"/>
                    <a:pt x="268" y="545"/>
                  </a:cubicBezTo>
                  <a:cubicBezTo>
                    <a:pt x="117" y="545"/>
                    <a:pt x="1" y="420"/>
                    <a:pt x="1" y="268"/>
                  </a:cubicBezTo>
                  <a:cubicBezTo>
                    <a:pt x="1" y="126"/>
                    <a:pt x="117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1315933" y="2996536"/>
              <a:ext cx="88155" cy="60681"/>
            </a:xfrm>
            <a:custGeom>
              <a:avLst/>
              <a:gdLst/>
              <a:ahLst/>
              <a:cxnLst/>
              <a:rect l="l" t="t" r="r" b="b"/>
              <a:pathLst>
                <a:path w="831" h="572" extrusionOk="0">
                  <a:moveTo>
                    <a:pt x="1" y="438"/>
                  </a:moveTo>
                  <a:lnTo>
                    <a:pt x="1" y="572"/>
                  </a:lnTo>
                  <a:lnTo>
                    <a:pt x="831" y="572"/>
                  </a:lnTo>
                  <a:lnTo>
                    <a:pt x="831" y="429"/>
                  </a:lnTo>
                  <a:cubicBezTo>
                    <a:pt x="831" y="197"/>
                    <a:pt x="625" y="1"/>
                    <a:pt x="393" y="19"/>
                  </a:cubicBezTo>
                  <a:cubicBezTo>
                    <a:pt x="170" y="28"/>
                    <a:pt x="1" y="215"/>
                    <a:pt x="1" y="4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1230749" y="2855551"/>
              <a:ext cx="258523" cy="258529"/>
            </a:xfrm>
            <a:custGeom>
              <a:avLst/>
              <a:gdLst/>
              <a:ahLst/>
              <a:cxnLst/>
              <a:rect l="l" t="t" r="r" b="b"/>
              <a:pathLst>
                <a:path w="2437" h="2437" extrusionOk="0">
                  <a:moveTo>
                    <a:pt x="1901" y="2168"/>
                  </a:moveTo>
                  <a:lnTo>
                    <a:pt x="536" y="2168"/>
                  </a:lnTo>
                  <a:lnTo>
                    <a:pt x="536" y="1758"/>
                  </a:lnTo>
                  <a:cubicBezTo>
                    <a:pt x="536" y="1517"/>
                    <a:pt x="661" y="1312"/>
                    <a:pt x="840" y="1187"/>
                  </a:cubicBezTo>
                  <a:cubicBezTo>
                    <a:pt x="733" y="1089"/>
                    <a:pt x="670" y="937"/>
                    <a:pt x="679" y="777"/>
                  </a:cubicBezTo>
                  <a:cubicBezTo>
                    <a:pt x="697" y="500"/>
                    <a:pt x="920" y="286"/>
                    <a:pt x="1187" y="268"/>
                  </a:cubicBezTo>
                  <a:cubicBezTo>
                    <a:pt x="1500" y="250"/>
                    <a:pt x="1758" y="500"/>
                    <a:pt x="1758" y="803"/>
                  </a:cubicBezTo>
                  <a:cubicBezTo>
                    <a:pt x="1758" y="955"/>
                    <a:pt x="1696" y="1089"/>
                    <a:pt x="1598" y="1187"/>
                  </a:cubicBezTo>
                  <a:cubicBezTo>
                    <a:pt x="1776" y="1312"/>
                    <a:pt x="1901" y="1517"/>
                    <a:pt x="1901" y="1758"/>
                  </a:cubicBezTo>
                  <a:close/>
                  <a:moveTo>
                    <a:pt x="2436" y="1"/>
                  </a:moveTo>
                  <a:lnTo>
                    <a:pt x="1" y="1"/>
                  </a:lnTo>
                  <a:lnTo>
                    <a:pt x="1" y="2436"/>
                  </a:lnTo>
                  <a:lnTo>
                    <a:pt x="2436" y="24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1116285" y="2741087"/>
              <a:ext cx="487449" cy="487461"/>
            </a:xfrm>
            <a:custGeom>
              <a:avLst/>
              <a:gdLst/>
              <a:ahLst/>
              <a:cxnLst/>
              <a:rect l="l" t="t" r="r" b="b"/>
              <a:pathLst>
                <a:path w="4595" h="4595" extrusionOk="0">
                  <a:moveTo>
                    <a:pt x="3783" y="3792"/>
                  </a:moveTo>
                  <a:lnTo>
                    <a:pt x="803" y="3792"/>
                  </a:lnTo>
                  <a:lnTo>
                    <a:pt x="803" y="812"/>
                  </a:lnTo>
                  <a:lnTo>
                    <a:pt x="3783" y="812"/>
                  </a:lnTo>
                  <a:close/>
                  <a:moveTo>
                    <a:pt x="4595" y="812"/>
                  </a:moveTo>
                  <a:lnTo>
                    <a:pt x="4595" y="544"/>
                  </a:lnTo>
                  <a:lnTo>
                    <a:pt x="4327" y="544"/>
                  </a:lnTo>
                  <a:lnTo>
                    <a:pt x="4327" y="268"/>
                  </a:lnTo>
                  <a:lnTo>
                    <a:pt x="4051" y="268"/>
                  </a:lnTo>
                  <a:lnTo>
                    <a:pt x="4051" y="0"/>
                  </a:lnTo>
                  <a:lnTo>
                    <a:pt x="3783" y="0"/>
                  </a:lnTo>
                  <a:lnTo>
                    <a:pt x="3783" y="268"/>
                  </a:lnTo>
                  <a:lnTo>
                    <a:pt x="3507" y="268"/>
                  </a:lnTo>
                  <a:lnTo>
                    <a:pt x="3507" y="0"/>
                  </a:lnTo>
                  <a:lnTo>
                    <a:pt x="3239" y="0"/>
                  </a:lnTo>
                  <a:lnTo>
                    <a:pt x="3239" y="268"/>
                  </a:lnTo>
                  <a:lnTo>
                    <a:pt x="2971" y="268"/>
                  </a:lnTo>
                  <a:lnTo>
                    <a:pt x="2971" y="0"/>
                  </a:lnTo>
                  <a:lnTo>
                    <a:pt x="2704" y="0"/>
                  </a:lnTo>
                  <a:lnTo>
                    <a:pt x="2704" y="268"/>
                  </a:lnTo>
                  <a:lnTo>
                    <a:pt x="2427" y="268"/>
                  </a:lnTo>
                  <a:lnTo>
                    <a:pt x="2427" y="0"/>
                  </a:lnTo>
                  <a:lnTo>
                    <a:pt x="2159" y="0"/>
                  </a:lnTo>
                  <a:lnTo>
                    <a:pt x="2159" y="268"/>
                  </a:lnTo>
                  <a:lnTo>
                    <a:pt x="1883" y="268"/>
                  </a:lnTo>
                  <a:lnTo>
                    <a:pt x="1883" y="0"/>
                  </a:lnTo>
                  <a:lnTo>
                    <a:pt x="1615" y="0"/>
                  </a:lnTo>
                  <a:lnTo>
                    <a:pt x="1615" y="268"/>
                  </a:lnTo>
                  <a:lnTo>
                    <a:pt x="1348" y="268"/>
                  </a:lnTo>
                  <a:lnTo>
                    <a:pt x="1348" y="0"/>
                  </a:lnTo>
                  <a:lnTo>
                    <a:pt x="1080" y="0"/>
                  </a:lnTo>
                  <a:lnTo>
                    <a:pt x="1080" y="268"/>
                  </a:lnTo>
                  <a:lnTo>
                    <a:pt x="803" y="268"/>
                  </a:lnTo>
                  <a:lnTo>
                    <a:pt x="803" y="0"/>
                  </a:lnTo>
                  <a:lnTo>
                    <a:pt x="536" y="0"/>
                  </a:lnTo>
                  <a:lnTo>
                    <a:pt x="536" y="268"/>
                  </a:lnTo>
                  <a:lnTo>
                    <a:pt x="268" y="268"/>
                  </a:lnTo>
                  <a:lnTo>
                    <a:pt x="268" y="544"/>
                  </a:lnTo>
                  <a:lnTo>
                    <a:pt x="1" y="544"/>
                  </a:lnTo>
                  <a:lnTo>
                    <a:pt x="1" y="812"/>
                  </a:lnTo>
                  <a:lnTo>
                    <a:pt x="268" y="812"/>
                  </a:lnTo>
                  <a:lnTo>
                    <a:pt x="268" y="1080"/>
                  </a:lnTo>
                  <a:lnTo>
                    <a:pt x="1" y="1080"/>
                  </a:lnTo>
                  <a:lnTo>
                    <a:pt x="1" y="1356"/>
                  </a:lnTo>
                  <a:lnTo>
                    <a:pt x="268" y="1356"/>
                  </a:lnTo>
                  <a:lnTo>
                    <a:pt x="268" y="1624"/>
                  </a:lnTo>
                  <a:lnTo>
                    <a:pt x="1" y="1624"/>
                  </a:lnTo>
                  <a:lnTo>
                    <a:pt x="1" y="1891"/>
                  </a:lnTo>
                  <a:lnTo>
                    <a:pt x="268" y="1891"/>
                  </a:lnTo>
                  <a:lnTo>
                    <a:pt x="268" y="2168"/>
                  </a:lnTo>
                  <a:lnTo>
                    <a:pt x="1" y="2168"/>
                  </a:lnTo>
                  <a:lnTo>
                    <a:pt x="1" y="2436"/>
                  </a:lnTo>
                  <a:lnTo>
                    <a:pt x="268" y="2436"/>
                  </a:lnTo>
                  <a:lnTo>
                    <a:pt x="268" y="2703"/>
                  </a:lnTo>
                  <a:lnTo>
                    <a:pt x="1" y="2703"/>
                  </a:lnTo>
                  <a:lnTo>
                    <a:pt x="1" y="2980"/>
                  </a:lnTo>
                  <a:lnTo>
                    <a:pt x="268" y="2980"/>
                  </a:lnTo>
                  <a:lnTo>
                    <a:pt x="268" y="3247"/>
                  </a:lnTo>
                  <a:lnTo>
                    <a:pt x="1" y="3247"/>
                  </a:lnTo>
                  <a:lnTo>
                    <a:pt x="1" y="3515"/>
                  </a:lnTo>
                  <a:lnTo>
                    <a:pt x="268" y="3515"/>
                  </a:lnTo>
                  <a:lnTo>
                    <a:pt x="268" y="3792"/>
                  </a:lnTo>
                  <a:lnTo>
                    <a:pt x="1" y="3792"/>
                  </a:lnTo>
                  <a:lnTo>
                    <a:pt x="1" y="4059"/>
                  </a:lnTo>
                  <a:lnTo>
                    <a:pt x="268" y="4059"/>
                  </a:lnTo>
                  <a:lnTo>
                    <a:pt x="268" y="4327"/>
                  </a:lnTo>
                  <a:lnTo>
                    <a:pt x="536" y="4327"/>
                  </a:lnTo>
                  <a:lnTo>
                    <a:pt x="536" y="4594"/>
                  </a:lnTo>
                  <a:lnTo>
                    <a:pt x="803" y="4594"/>
                  </a:lnTo>
                  <a:lnTo>
                    <a:pt x="803" y="4327"/>
                  </a:lnTo>
                  <a:lnTo>
                    <a:pt x="1080" y="4327"/>
                  </a:lnTo>
                  <a:lnTo>
                    <a:pt x="1080" y="4594"/>
                  </a:lnTo>
                  <a:lnTo>
                    <a:pt x="1348" y="4594"/>
                  </a:lnTo>
                  <a:lnTo>
                    <a:pt x="1348" y="4327"/>
                  </a:lnTo>
                  <a:lnTo>
                    <a:pt x="1615" y="4327"/>
                  </a:lnTo>
                  <a:lnTo>
                    <a:pt x="1615" y="4594"/>
                  </a:lnTo>
                  <a:lnTo>
                    <a:pt x="1883" y="4594"/>
                  </a:lnTo>
                  <a:lnTo>
                    <a:pt x="1883" y="4327"/>
                  </a:lnTo>
                  <a:lnTo>
                    <a:pt x="2159" y="4327"/>
                  </a:lnTo>
                  <a:lnTo>
                    <a:pt x="2159" y="4594"/>
                  </a:lnTo>
                  <a:lnTo>
                    <a:pt x="2427" y="4594"/>
                  </a:lnTo>
                  <a:lnTo>
                    <a:pt x="2427" y="4327"/>
                  </a:lnTo>
                  <a:lnTo>
                    <a:pt x="2704" y="4327"/>
                  </a:lnTo>
                  <a:lnTo>
                    <a:pt x="2704" y="4594"/>
                  </a:lnTo>
                  <a:lnTo>
                    <a:pt x="2971" y="4594"/>
                  </a:lnTo>
                  <a:lnTo>
                    <a:pt x="2971" y="4327"/>
                  </a:lnTo>
                  <a:lnTo>
                    <a:pt x="3239" y="4327"/>
                  </a:lnTo>
                  <a:lnTo>
                    <a:pt x="3239" y="4594"/>
                  </a:lnTo>
                  <a:lnTo>
                    <a:pt x="3507" y="4594"/>
                  </a:lnTo>
                  <a:lnTo>
                    <a:pt x="3507" y="4327"/>
                  </a:lnTo>
                  <a:lnTo>
                    <a:pt x="3783" y="4327"/>
                  </a:lnTo>
                  <a:lnTo>
                    <a:pt x="3783" y="4594"/>
                  </a:lnTo>
                  <a:lnTo>
                    <a:pt x="4051" y="4594"/>
                  </a:lnTo>
                  <a:lnTo>
                    <a:pt x="4051" y="4327"/>
                  </a:lnTo>
                  <a:lnTo>
                    <a:pt x="4327" y="4327"/>
                  </a:lnTo>
                  <a:lnTo>
                    <a:pt x="4327" y="4059"/>
                  </a:lnTo>
                  <a:lnTo>
                    <a:pt x="4595" y="4059"/>
                  </a:lnTo>
                  <a:lnTo>
                    <a:pt x="4595" y="3792"/>
                  </a:lnTo>
                  <a:lnTo>
                    <a:pt x="4327" y="3792"/>
                  </a:lnTo>
                  <a:lnTo>
                    <a:pt x="4327" y="3515"/>
                  </a:lnTo>
                  <a:lnTo>
                    <a:pt x="4595" y="3515"/>
                  </a:lnTo>
                  <a:lnTo>
                    <a:pt x="4595" y="3247"/>
                  </a:lnTo>
                  <a:lnTo>
                    <a:pt x="4327" y="3247"/>
                  </a:lnTo>
                  <a:lnTo>
                    <a:pt x="4327" y="2980"/>
                  </a:lnTo>
                  <a:lnTo>
                    <a:pt x="4595" y="2980"/>
                  </a:lnTo>
                  <a:lnTo>
                    <a:pt x="4595" y="2703"/>
                  </a:lnTo>
                  <a:lnTo>
                    <a:pt x="4327" y="2703"/>
                  </a:lnTo>
                  <a:lnTo>
                    <a:pt x="4327" y="2436"/>
                  </a:lnTo>
                  <a:lnTo>
                    <a:pt x="4595" y="2436"/>
                  </a:lnTo>
                  <a:lnTo>
                    <a:pt x="4595" y="2168"/>
                  </a:lnTo>
                  <a:lnTo>
                    <a:pt x="4327" y="2168"/>
                  </a:lnTo>
                  <a:lnTo>
                    <a:pt x="4327" y="1891"/>
                  </a:lnTo>
                  <a:lnTo>
                    <a:pt x="4595" y="1891"/>
                  </a:lnTo>
                  <a:lnTo>
                    <a:pt x="4595" y="1624"/>
                  </a:lnTo>
                  <a:lnTo>
                    <a:pt x="4327" y="1624"/>
                  </a:lnTo>
                  <a:lnTo>
                    <a:pt x="4327" y="1356"/>
                  </a:lnTo>
                  <a:lnTo>
                    <a:pt x="4595" y="1356"/>
                  </a:lnTo>
                  <a:lnTo>
                    <a:pt x="4595" y="1080"/>
                  </a:lnTo>
                  <a:lnTo>
                    <a:pt x="4327" y="1080"/>
                  </a:lnTo>
                  <a:lnTo>
                    <a:pt x="4327" y="81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532" name="Google Shape;532;p36"/>
          <p:cNvGrpSpPr/>
          <p:nvPr/>
        </p:nvGrpSpPr>
        <p:grpSpPr>
          <a:xfrm>
            <a:off x="1210598" y="3069578"/>
            <a:ext cx="377072" cy="379976"/>
            <a:chOff x="1118194" y="3337276"/>
            <a:chExt cx="483736" cy="487461"/>
          </a:xfrm>
        </p:grpSpPr>
        <p:sp>
          <p:nvSpPr>
            <p:cNvPr id="533" name="Google Shape;533;p36"/>
            <p:cNvSpPr/>
            <p:nvPr/>
          </p:nvSpPr>
          <p:spPr>
            <a:xfrm>
              <a:off x="1245918" y="3466909"/>
              <a:ext cx="228183" cy="229144"/>
            </a:xfrm>
            <a:custGeom>
              <a:avLst/>
              <a:gdLst/>
              <a:ahLst/>
              <a:cxnLst/>
              <a:rect l="l" t="t" r="r" b="b"/>
              <a:pathLst>
                <a:path w="2151" h="2160" extrusionOk="0">
                  <a:moveTo>
                    <a:pt x="1749" y="1615"/>
                  </a:moveTo>
                  <a:lnTo>
                    <a:pt x="1482" y="1615"/>
                  </a:lnTo>
                  <a:lnTo>
                    <a:pt x="1482" y="536"/>
                  </a:lnTo>
                  <a:lnTo>
                    <a:pt x="1749" y="536"/>
                  </a:lnTo>
                  <a:close/>
                  <a:moveTo>
                    <a:pt x="1214" y="1615"/>
                  </a:moveTo>
                  <a:lnTo>
                    <a:pt x="937" y="1615"/>
                  </a:lnTo>
                  <a:lnTo>
                    <a:pt x="937" y="1348"/>
                  </a:lnTo>
                  <a:lnTo>
                    <a:pt x="670" y="1348"/>
                  </a:lnTo>
                  <a:lnTo>
                    <a:pt x="670" y="1615"/>
                  </a:lnTo>
                  <a:lnTo>
                    <a:pt x="402" y="1615"/>
                  </a:lnTo>
                  <a:lnTo>
                    <a:pt x="402" y="536"/>
                  </a:lnTo>
                  <a:lnTo>
                    <a:pt x="1214" y="536"/>
                  </a:lnTo>
                  <a:close/>
                  <a:moveTo>
                    <a:pt x="1071" y="1"/>
                  </a:moveTo>
                  <a:cubicBezTo>
                    <a:pt x="482" y="1"/>
                    <a:pt x="1" y="491"/>
                    <a:pt x="1" y="1080"/>
                  </a:cubicBezTo>
                  <a:cubicBezTo>
                    <a:pt x="1" y="1678"/>
                    <a:pt x="482" y="2159"/>
                    <a:pt x="1071" y="2159"/>
                  </a:cubicBezTo>
                  <a:cubicBezTo>
                    <a:pt x="1669" y="2159"/>
                    <a:pt x="2151" y="1678"/>
                    <a:pt x="2151" y="1080"/>
                  </a:cubicBezTo>
                  <a:cubicBezTo>
                    <a:pt x="2151" y="491"/>
                    <a:pt x="1669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1316888" y="3553049"/>
              <a:ext cx="28536" cy="28431"/>
            </a:xfrm>
            <a:custGeom>
              <a:avLst/>
              <a:gdLst/>
              <a:ahLst/>
              <a:cxnLst/>
              <a:rect l="l" t="t" r="r" b="b"/>
              <a:pathLst>
                <a:path w="269" h="268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1118194" y="3337276"/>
              <a:ext cx="483736" cy="487461"/>
            </a:xfrm>
            <a:custGeom>
              <a:avLst/>
              <a:gdLst/>
              <a:ahLst/>
              <a:cxnLst/>
              <a:rect l="l" t="t" r="r" b="b"/>
              <a:pathLst>
                <a:path w="4560" h="4595" extrusionOk="0">
                  <a:moveTo>
                    <a:pt x="3622" y="2302"/>
                  </a:moveTo>
                  <a:cubicBezTo>
                    <a:pt x="3622" y="3042"/>
                    <a:pt x="3025" y="3649"/>
                    <a:pt x="2275" y="3649"/>
                  </a:cubicBezTo>
                  <a:cubicBezTo>
                    <a:pt x="1535" y="3649"/>
                    <a:pt x="937" y="3042"/>
                    <a:pt x="937" y="2302"/>
                  </a:cubicBezTo>
                  <a:cubicBezTo>
                    <a:pt x="937" y="1562"/>
                    <a:pt x="1535" y="955"/>
                    <a:pt x="2275" y="955"/>
                  </a:cubicBezTo>
                  <a:cubicBezTo>
                    <a:pt x="3025" y="955"/>
                    <a:pt x="3622" y="1562"/>
                    <a:pt x="3622" y="2302"/>
                  </a:cubicBezTo>
                  <a:close/>
                  <a:moveTo>
                    <a:pt x="4158" y="2302"/>
                  </a:moveTo>
                  <a:cubicBezTo>
                    <a:pt x="4158" y="2213"/>
                    <a:pt x="4158" y="2132"/>
                    <a:pt x="4149" y="2043"/>
                  </a:cubicBezTo>
                  <a:lnTo>
                    <a:pt x="4559" y="1651"/>
                  </a:lnTo>
                  <a:lnTo>
                    <a:pt x="3979" y="652"/>
                  </a:lnTo>
                  <a:lnTo>
                    <a:pt x="3435" y="812"/>
                  </a:lnTo>
                  <a:cubicBezTo>
                    <a:pt x="3292" y="705"/>
                    <a:pt x="3150" y="616"/>
                    <a:pt x="2989" y="553"/>
                  </a:cubicBezTo>
                  <a:lnTo>
                    <a:pt x="2855" y="0"/>
                  </a:lnTo>
                  <a:lnTo>
                    <a:pt x="1704" y="0"/>
                  </a:lnTo>
                  <a:lnTo>
                    <a:pt x="1562" y="553"/>
                  </a:lnTo>
                  <a:cubicBezTo>
                    <a:pt x="1410" y="616"/>
                    <a:pt x="1258" y="705"/>
                    <a:pt x="1124" y="812"/>
                  </a:cubicBezTo>
                  <a:lnTo>
                    <a:pt x="580" y="652"/>
                  </a:lnTo>
                  <a:lnTo>
                    <a:pt x="0" y="1651"/>
                  </a:lnTo>
                  <a:lnTo>
                    <a:pt x="411" y="2043"/>
                  </a:lnTo>
                  <a:cubicBezTo>
                    <a:pt x="402" y="2132"/>
                    <a:pt x="393" y="2213"/>
                    <a:pt x="393" y="2302"/>
                  </a:cubicBezTo>
                  <a:cubicBezTo>
                    <a:pt x="393" y="2382"/>
                    <a:pt x="402" y="2471"/>
                    <a:pt x="411" y="2552"/>
                  </a:cubicBezTo>
                  <a:lnTo>
                    <a:pt x="0" y="2944"/>
                  </a:lnTo>
                  <a:lnTo>
                    <a:pt x="580" y="3943"/>
                  </a:lnTo>
                  <a:lnTo>
                    <a:pt x="1124" y="3792"/>
                  </a:lnTo>
                  <a:cubicBezTo>
                    <a:pt x="1258" y="3890"/>
                    <a:pt x="1410" y="3979"/>
                    <a:pt x="1562" y="4042"/>
                  </a:cubicBezTo>
                  <a:lnTo>
                    <a:pt x="1704" y="4595"/>
                  </a:lnTo>
                  <a:lnTo>
                    <a:pt x="2855" y="4595"/>
                  </a:lnTo>
                  <a:lnTo>
                    <a:pt x="2989" y="4042"/>
                  </a:lnTo>
                  <a:cubicBezTo>
                    <a:pt x="3150" y="3979"/>
                    <a:pt x="3292" y="3890"/>
                    <a:pt x="3435" y="3792"/>
                  </a:cubicBezTo>
                  <a:lnTo>
                    <a:pt x="3979" y="3943"/>
                  </a:lnTo>
                  <a:lnTo>
                    <a:pt x="4559" y="2944"/>
                  </a:lnTo>
                  <a:lnTo>
                    <a:pt x="4149" y="2552"/>
                  </a:lnTo>
                  <a:cubicBezTo>
                    <a:pt x="4158" y="2471"/>
                    <a:pt x="4158" y="2382"/>
                    <a:pt x="4158" y="23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536" name="Google Shape;536;p36"/>
          <p:cNvGrpSpPr/>
          <p:nvPr/>
        </p:nvGrpSpPr>
        <p:grpSpPr>
          <a:xfrm>
            <a:off x="1207621" y="3878026"/>
            <a:ext cx="382199" cy="380717"/>
            <a:chOff x="1114375" y="3933464"/>
            <a:chExt cx="490313" cy="488412"/>
          </a:xfrm>
        </p:grpSpPr>
        <p:sp>
          <p:nvSpPr>
            <p:cNvPr id="537" name="Google Shape;537;p36"/>
            <p:cNvSpPr/>
            <p:nvPr/>
          </p:nvSpPr>
          <p:spPr>
            <a:xfrm>
              <a:off x="1316888" y="4019604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1187254" y="3933464"/>
              <a:ext cx="344556" cy="202622"/>
            </a:xfrm>
            <a:custGeom>
              <a:avLst/>
              <a:gdLst/>
              <a:ahLst/>
              <a:cxnLst/>
              <a:rect l="l" t="t" r="r" b="b"/>
              <a:pathLst>
                <a:path w="3248" h="1910" extrusionOk="0">
                  <a:moveTo>
                    <a:pt x="2302" y="1615"/>
                  </a:moveTo>
                  <a:lnTo>
                    <a:pt x="2035" y="1615"/>
                  </a:lnTo>
                  <a:lnTo>
                    <a:pt x="2035" y="545"/>
                  </a:lnTo>
                  <a:lnTo>
                    <a:pt x="2302" y="545"/>
                  </a:lnTo>
                  <a:close/>
                  <a:moveTo>
                    <a:pt x="1758" y="1615"/>
                  </a:moveTo>
                  <a:lnTo>
                    <a:pt x="1490" y="1615"/>
                  </a:lnTo>
                  <a:lnTo>
                    <a:pt x="1490" y="1348"/>
                  </a:lnTo>
                  <a:lnTo>
                    <a:pt x="1223" y="1348"/>
                  </a:lnTo>
                  <a:lnTo>
                    <a:pt x="1223" y="1615"/>
                  </a:lnTo>
                  <a:lnTo>
                    <a:pt x="955" y="1615"/>
                  </a:lnTo>
                  <a:lnTo>
                    <a:pt x="955" y="545"/>
                  </a:lnTo>
                  <a:lnTo>
                    <a:pt x="1758" y="545"/>
                  </a:lnTo>
                  <a:close/>
                  <a:moveTo>
                    <a:pt x="3248" y="1"/>
                  </a:moveTo>
                  <a:lnTo>
                    <a:pt x="1" y="1"/>
                  </a:lnTo>
                  <a:lnTo>
                    <a:pt x="1" y="1910"/>
                  </a:lnTo>
                  <a:lnTo>
                    <a:pt x="3248" y="191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1114375" y="4164407"/>
              <a:ext cx="490313" cy="257468"/>
            </a:xfrm>
            <a:custGeom>
              <a:avLst/>
              <a:gdLst/>
              <a:ahLst/>
              <a:cxnLst/>
              <a:rect l="l" t="t" r="r" b="b"/>
              <a:pathLst>
                <a:path w="4622" h="2427" extrusionOk="0">
                  <a:moveTo>
                    <a:pt x="4069" y="1338"/>
                  </a:moveTo>
                  <a:cubicBezTo>
                    <a:pt x="3819" y="1338"/>
                    <a:pt x="3614" y="1517"/>
                    <a:pt x="3551" y="1749"/>
                  </a:cubicBezTo>
                  <a:lnTo>
                    <a:pt x="2838" y="1749"/>
                  </a:lnTo>
                  <a:cubicBezTo>
                    <a:pt x="2784" y="1561"/>
                    <a:pt x="2641" y="1410"/>
                    <a:pt x="2445" y="1356"/>
                  </a:cubicBezTo>
                  <a:lnTo>
                    <a:pt x="2445" y="536"/>
                  </a:lnTo>
                  <a:lnTo>
                    <a:pt x="4203" y="536"/>
                  </a:lnTo>
                  <a:lnTo>
                    <a:pt x="4203" y="0"/>
                  </a:lnTo>
                  <a:lnTo>
                    <a:pt x="420" y="0"/>
                  </a:lnTo>
                  <a:lnTo>
                    <a:pt x="420" y="536"/>
                  </a:lnTo>
                  <a:lnTo>
                    <a:pt x="2177" y="536"/>
                  </a:lnTo>
                  <a:lnTo>
                    <a:pt x="2177" y="1356"/>
                  </a:lnTo>
                  <a:cubicBezTo>
                    <a:pt x="1990" y="1410"/>
                    <a:pt x="1838" y="1561"/>
                    <a:pt x="1794" y="1749"/>
                  </a:cubicBezTo>
                  <a:lnTo>
                    <a:pt x="1080" y="1749"/>
                  </a:lnTo>
                  <a:cubicBezTo>
                    <a:pt x="1018" y="1508"/>
                    <a:pt x="795" y="1330"/>
                    <a:pt x="527" y="1347"/>
                  </a:cubicBezTo>
                  <a:cubicBezTo>
                    <a:pt x="259" y="1356"/>
                    <a:pt x="36" y="1579"/>
                    <a:pt x="19" y="1856"/>
                  </a:cubicBezTo>
                  <a:cubicBezTo>
                    <a:pt x="1" y="2159"/>
                    <a:pt x="250" y="2418"/>
                    <a:pt x="554" y="2418"/>
                  </a:cubicBezTo>
                  <a:cubicBezTo>
                    <a:pt x="804" y="2418"/>
                    <a:pt x="1018" y="2248"/>
                    <a:pt x="1080" y="2016"/>
                  </a:cubicBezTo>
                  <a:lnTo>
                    <a:pt x="1794" y="2016"/>
                  </a:lnTo>
                  <a:cubicBezTo>
                    <a:pt x="1856" y="2248"/>
                    <a:pt x="2061" y="2418"/>
                    <a:pt x="2311" y="2418"/>
                  </a:cubicBezTo>
                  <a:cubicBezTo>
                    <a:pt x="2561" y="2418"/>
                    <a:pt x="2775" y="2248"/>
                    <a:pt x="2838" y="2016"/>
                  </a:cubicBezTo>
                  <a:lnTo>
                    <a:pt x="3551" y="2016"/>
                  </a:lnTo>
                  <a:cubicBezTo>
                    <a:pt x="3614" y="2257"/>
                    <a:pt x="3837" y="2427"/>
                    <a:pt x="4095" y="2418"/>
                  </a:cubicBezTo>
                  <a:cubicBezTo>
                    <a:pt x="4372" y="2409"/>
                    <a:pt x="4595" y="2186"/>
                    <a:pt x="4613" y="1909"/>
                  </a:cubicBezTo>
                  <a:cubicBezTo>
                    <a:pt x="4622" y="1597"/>
                    <a:pt x="4381" y="1338"/>
                    <a:pt x="4069" y="13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C35688BF-4214-882F-E117-E2FC36BA9337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912620" y="1352531"/>
            <a:ext cx="589980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/>
            <a:r>
              <a:rPr lang="en-GB" sz="1400" noProof="0" dirty="0"/>
              <a:t>Artificial intelligence emerged in the mid-20th century, with early research in the 1950s and 1960s laying its theoretical foundations.</a:t>
            </a:r>
          </a:p>
          <a:p>
            <a:pPr marL="0" indent="0" eaLnBrk="0" fontAlgn="base" hangingPunct="0"/>
            <a:endParaRPr lang="en-GB" sz="1400" noProof="0" dirty="0"/>
          </a:p>
          <a:p>
            <a:pPr marL="0" indent="0" eaLnBrk="0" fontAlgn="base" hangingPunct="0"/>
            <a:r>
              <a:rPr lang="en-GB" sz="1400" noProof="0" dirty="0"/>
              <a:t>Progress remained limited for several decades due to technological constraints, a period known as the “AI winter,” until advances in computing power and data availability accelerated development.</a:t>
            </a:r>
          </a:p>
          <a:p>
            <a:pPr marL="0" indent="0" eaLnBrk="0" fontAlgn="base" hangingPunct="0"/>
            <a:endParaRPr lang="en-GB" sz="1400" noProof="0" dirty="0"/>
          </a:p>
          <a:p>
            <a:pPr marL="0" indent="0" eaLnBrk="0" fontAlgn="base" hangingPunct="0"/>
            <a:r>
              <a:rPr lang="en-GB" sz="1400" noProof="0" dirty="0"/>
              <a:t>From the early 2000s onward, AI became part of everyday life through tools such as spam filters, predictive text, and recommendation systems.</a:t>
            </a:r>
          </a:p>
          <a:p>
            <a:pPr marL="0" indent="0" eaLnBrk="0" fontAlgn="base" hangingPunct="0"/>
            <a:endParaRPr lang="en-GB" sz="1400" noProof="0" dirty="0"/>
          </a:p>
          <a:p>
            <a:pPr marL="0" indent="0" eaLnBrk="0" fontAlgn="base" hangingPunct="0"/>
            <a:r>
              <a:rPr lang="en-GB" sz="1400" noProof="0" dirty="0"/>
              <a:t>Today, AI is deeply integrated into daily routines and key sectors like healthcare, education, and finance, offering major benefits, but it also raises concerns about privacy, employment, and human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" name="Google Shape;567;p38"/>
          <p:cNvGrpSpPr/>
          <p:nvPr/>
        </p:nvGrpSpPr>
        <p:grpSpPr>
          <a:xfrm>
            <a:off x="6202744" y="-576169"/>
            <a:ext cx="4073907" cy="2878545"/>
            <a:chOff x="6262568" y="0"/>
            <a:chExt cx="4073907" cy="2878545"/>
          </a:xfrm>
        </p:grpSpPr>
        <p:sp>
          <p:nvSpPr>
            <p:cNvPr id="568" name="Google Shape;568;p38"/>
            <p:cNvSpPr/>
            <p:nvPr/>
          </p:nvSpPr>
          <p:spPr>
            <a:xfrm rot="1251533">
              <a:off x="6561876" y="518950"/>
              <a:ext cx="2060084" cy="2060349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B47FFF">
                    <a:alpha val="50196"/>
                  </a:srgbClr>
                </a:gs>
                <a:gs pos="6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69" name="Google Shape;569;p38"/>
            <p:cNvSpPr/>
            <p:nvPr/>
          </p:nvSpPr>
          <p:spPr>
            <a:xfrm rot="1251537">
              <a:off x="7721552" y="362606"/>
              <a:ext cx="2370119" cy="1811293"/>
            </a:xfrm>
            <a:custGeom>
              <a:avLst/>
              <a:gdLst/>
              <a:ahLst/>
              <a:cxnLst/>
              <a:rect l="l" t="t" r="r" b="b"/>
              <a:pathLst>
                <a:path w="17932" h="13704" extrusionOk="0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70" name="Google Shape;570;p38"/>
            <p:cNvSpPr/>
            <p:nvPr/>
          </p:nvSpPr>
          <p:spPr>
            <a:xfrm rot="1251520">
              <a:off x="7066151" y="1139384"/>
              <a:ext cx="904497" cy="904578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6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7548978" y="19876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6706165" y="290017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73" name="Google Shape;573;p38"/>
            <p:cNvSpPr/>
            <p:nvPr/>
          </p:nvSpPr>
          <p:spPr>
            <a:xfrm>
              <a:off x="8524498" y="32752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6523673" y="166061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575" name="Google Shape;575;p38"/>
          <p:cNvGrpSpPr/>
          <p:nvPr/>
        </p:nvGrpSpPr>
        <p:grpSpPr>
          <a:xfrm>
            <a:off x="-1010224" y="203004"/>
            <a:ext cx="4008642" cy="2699928"/>
            <a:chOff x="-1010224" y="697417"/>
            <a:chExt cx="4008642" cy="2699928"/>
          </a:xfrm>
        </p:grpSpPr>
        <p:sp>
          <p:nvSpPr>
            <p:cNvPr id="576" name="Google Shape;576;p38"/>
            <p:cNvSpPr/>
            <p:nvPr/>
          </p:nvSpPr>
          <p:spPr>
            <a:xfrm rot="1251533">
              <a:off x="639026" y="1037750"/>
              <a:ext cx="2060084" cy="2060349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B47FFF">
                    <a:alpha val="50196"/>
                  </a:srgbClr>
                </a:gs>
                <a:gs pos="6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77" name="Google Shape;577;p38"/>
            <p:cNvSpPr/>
            <p:nvPr/>
          </p:nvSpPr>
          <p:spPr>
            <a:xfrm rot="1251537">
              <a:off x="-920877" y="1470810"/>
              <a:ext cx="2521193" cy="965917"/>
            </a:xfrm>
            <a:custGeom>
              <a:avLst/>
              <a:gdLst/>
              <a:ahLst/>
              <a:cxnLst/>
              <a:rect l="l" t="t" r="r" b="b"/>
              <a:pathLst>
                <a:path w="19075" h="7308" extrusionOk="0">
                  <a:moveTo>
                    <a:pt x="9841" y="1"/>
                  </a:moveTo>
                  <a:cubicBezTo>
                    <a:pt x="9198" y="90"/>
                    <a:pt x="4113" y="2570"/>
                    <a:pt x="4113" y="2570"/>
                  </a:cubicBezTo>
                  <a:lnTo>
                    <a:pt x="4113" y="2570"/>
                  </a:lnTo>
                  <a:cubicBezTo>
                    <a:pt x="2909" y="2971"/>
                    <a:pt x="2775" y="2873"/>
                    <a:pt x="1473" y="3150"/>
                  </a:cubicBezTo>
                  <a:lnTo>
                    <a:pt x="1473" y="3150"/>
                  </a:lnTo>
                  <a:cubicBezTo>
                    <a:pt x="1" y="3471"/>
                    <a:pt x="1901" y="7031"/>
                    <a:pt x="1901" y="7031"/>
                  </a:cubicBezTo>
                  <a:lnTo>
                    <a:pt x="1901" y="7031"/>
                  </a:lnTo>
                  <a:cubicBezTo>
                    <a:pt x="3489" y="6014"/>
                    <a:pt x="4738" y="6317"/>
                    <a:pt x="4738" y="6317"/>
                  </a:cubicBezTo>
                  <a:lnTo>
                    <a:pt x="4738" y="6317"/>
                  </a:lnTo>
                  <a:cubicBezTo>
                    <a:pt x="7503" y="7307"/>
                    <a:pt x="9573" y="6460"/>
                    <a:pt x="9573" y="6460"/>
                  </a:cubicBezTo>
                  <a:lnTo>
                    <a:pt x="9573" y="6460"/>
                  </a:lnTo>
                  <a:cubicBezTo>
                    <a:pt x="9573" y="6460"/>
                    <a:pt x="11268" y="6326"/>
                    <a:pt x="11928" y="6254"/>
                  </a:cubicBezTo>
                  <a:lnTo>
                    <a:pt x="11928" y="6254"/>
                  </a:lnTo>
                  <a:cubicBezTo>
                    <a:pt x="12151" y="6237"/>
                    <a:pt x="12455" y="6263"/>
                    <a:pt x="12811" y="6299"/>
                  </a:cubicBezTo>
                  <a:lnTo>
                    <a:pt x="12811" y="6299"/>
                  </a:lnTo>
                  <a:cubicBezTo>
                    <a:pt x="13498" y="6353"/>
                    <a:pt x="14346" y="6415"/>
                    <a:pt x="15069" y="6085"/>
                  </a:cubicBezTo>
                  <a:lnTo>
                    <a:pt x="15069" y="6085"/>
                  </a:lnTo>
                  <a:cubicBezTo>
                    <a:pt x="15077" y="6076"/>
                    <a:pt x="15077" y="6076"/>
                    <a:pt x="15086" y="6076"/>
                  </a:cubicBezTo>
                  <a:lnTo>
                    <a:pt x="15086" y="6076"/>
                  </a:lnTo>
                  <a:cubicBezTo>
                    <a:pt x="15122" y="6058"/>
                    <a:pt x="15158" y="6040"/>
                    <a:pt x="15184" y="6014"/>
                  </a:cubicBezTo>
                  <a:lnTo>
                    <a:pt x="15184" y="6014"/>
                  </a:lnTo>
                  <a:cubicBezTo>
                    <a:pt x="15577" y="5960"/>
                    <a:pt x="15568" y="5532"/>
                    <a:pt x="15497" y="5291"/>
                  </a:cubicBezTo>
                  <a:lnTo>
                    <a:pt x="15497" y="5291"/>
                  </a:lnTo>
                  <a:cubicBezTo>
                    <a:pt x="15461" y="5166"/>
                    <a:pt x="15283" y="5050"/>
                    <a:pt x="15158" y="4988"/>
                  </a:cubicBezTo>
                  <a:lnTo>
                    <a:pt x="15158" y="4988"/>
                  </a:lnTo>
                  <a:cubicBezTo>
                    <a:pt x="15149" y="4988"/>
                    <a:pt x="15149" y="4988"/>
                    <a:pt x="15149" y="4988"/>
                  </a:cubicBezTo>
                  <a:lnTo>
                    <a:pt x="15149" y="4988"/>
                  </a:lnTo>
                  <a:cubicBezTo>
                    <a:pt x="14783" y="4604"/>
                    <a:pt x="13650" y="4524"/>
                    <a:pt x="13088" y="4506"/>
                  </a:cubicBezTo>
                  <a:lnTo>
                    <a:pt x="13088" y="4506"/>
                  </a:lnTo>
                  <a:cubicBezTo>
                    <a:pt x="12901" y="4506"/>
                    <a:pt x="12776" y="4506"/>
                    <a:pt x="12776" y="4506"/>
                  </a:cubicBezTo>
                  <a:lnTo>
                    <a:pt x="12776" y="4506"/>
                  </a:lnTo>
                  <a:cubicBezTo>
                    <a:pt x="10153" y="4658"/>
                    <a:pt x="10215" y="4417"/>
                    <a:pt x="10215" y="4417"/>
                  </a:cubicBezTo>
                  <a:lnTo>
                    <a:pt x="10215" y="4417"/>
                  </a:lnTo>
                  <a:cubicBezTo>
                    <a:pt x="10421" y="4176"/>
                    <a:pt x="10153" y="3641"/>
                    <a:pt x="10153" y="3641"/>
                  </a:cubicBezTo>
                  <a:lnTo>
                    <a:pt x="10153" y="3641"/>
                  </a:lnTo>
                  <a:cubicBezTo>
                    <a:pt x="10189" y="3623"/>
                    <a:pt x="10251" y="3560"/>
                    <a:pt x="10251" y="3560"/>
                  </a:cubicBezTo>
                  <a:lnTo>
                    <a:pt x="10251" y="3560"/>
                  </a:lnTo>
                  <a:cubicBezTo>
                    <a:pt x="10572" y="3712"/>
                    <a:pt x="10831" y="3596"/>
                    <a:pt x="11001" y="3462"/>
                  </a:cubicBezTo>
                  <a:lnTo>
                    <a:pt x="11001" y="3462"/>
                  </a:lnTo>
                  <a:cubicBezTo>
                    <a:pt x="11152" y="3328"/>
                    <a:pt x="11232" y="3177"/>
                    <a:pt x="11232" y="3177"/>
                  </a:cubicBezTo>
                  <a:lnTo>
                    <a:pt x="11232" y="3177"/>
                  </a:lnTo>
                  <a:cubicBezTo>
                    <a:pt x="11830" y="3284"/>
                    <a:pt x="12580" y="1954"/>
                    <a:pt x="12580" y="1954"/>
                  </a:cubicBezTo>
                  <a:lnTo>
                    <a:pt x="12580" y="1954"/>
                  </a:lnTo>
                  <a:cubicBezTo>
                    <a:pt x="13525" y="2008"/>
                    <a:pt x="14382" y="1491"/>
                    <a:pt x="14382" y="1491"/>
                  </a:cubicBezTo>
                  <a:lnTo>
                    <a:pt x="14382" y="1491"/>
                  </a:lnTo>
                  <a:cubicBezTo>
                    <a:pt x="14542" y="1660"/>
                    <a:pt x="14926" y="1696"/>
                    <a:pt x="15149" y="1687"/>
                  </a:cubicBezTo>
                  <a:lnTo>
                    <a:pt x="15149" y="1687"/>
                  </a:lnTo>
                  <a:cubicBezTo>
                    <a:pt x="15247" y="1696"/>
                    <a:pt x="15318" y="1687"/>
                    <a:pt x="15318" y="1687"/>
                  </a:cubicBezTo>
                  <a:lnTo>
                    <a:pt x="15318" y="1687"/>
                  </a:lnTo>
                  <a:cubicBezTo>
                    <a:pt x="15318" y="1687"/>
                    <a:pt x="17495" y="1901"/>
                    <a:pt x="17968" y="1910"/>
                  </a:cubicBezTo>
                  <a:lnTo>
                    <a:pt x="17968" y="1910"/>
                  </a:lnTo>
                  <a:cubicBezTo>
                    <a:pt x="18780" y="1919"/>
                    <a:pt x="19074" y="1152"/>
                    <a:pt x="19074" y="1152"/>
                  </a:cubicBezTo>
                  <a:lnTo>
                    <a:pt x="19074" y="1152"/>
                  </a:lnTo>
                  <a:lnTo>
                    <a:pt x="17807" y="866"/>
                  </a:lnTo>
                  <a:cubicBezTo>
                    <a:pt x="17807" y="866"/>
                    <a:pt x="15506" y="411"/>
                    <a:pt x="15211" y="331"/>
                  </a:cubicBezTo>
                  <a:lnTo>
                    <a:pt x="15211" y="331"/>
                  </a:lnTo>
                  <a:cubicBezTo>
                    <a:pt x="14926" y="251"/>
                    <a:pt x="14283" y="45"/>
                    <a:pt x="13909" y="126"/>
                  </a:cubicBezTo>
                  <a:lnTo>
                    <a:pt x="13909" y="126"/>
                  </a:lnTo>
                  <a:cubicBezTo>
                    <a:pt x="13543" y="215"/>
                    <a:pt x="11108" y="224"/>
                    <a:pt x="11108" y="224"/>
                  </a:cubicBezTo>
                  <a:lnTo>
                    <a:pt x="11108" y="224"/>
                  </a:lnTo>
                  <a:cubicBezTo>
                    <a:pt x="10483" y="10"/>
                    <a:pt x="9921" y="1"/>
                    <a:pt x="9850" y="1"/>
                  </a:cubicBezTo>
                  <a:lnTo>
                    <a:pt x="9850" y="1"/>
                  </a:lnTo>
                  <a:cubicBezTo>
                    <a:pt x="9841" y="1"/>
                    <a:pt x="9841" y="1"/>
                    <a:pt x="9841" y="1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78" name="Google Shape;578;p38"/>
            <p:cNvSpPr/>
            <p:nvPr/>
          </p:nvSpPr>
          <p:spPr>
            <a:xfrm rot="1251520">
              <a:off x="1143301" y="1658184"/>
              <a:ext cx="904497" cy="904578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6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79" name="Google Shape;579;p38"/>
            <p:cNvSpPr/>
            <p:nvPr/>
          </p:nvSpPr>
          <p:spPr>
            <a:xfrm>
              <a:off x="1575440" y="697417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80" name="Google Shape;580;p38"/>
            <p:cNvSpPr/>
            <p:nvPr/>
          </p:nvSpPr>
          <p:spPr>
            <a:xfrm>
              <a:off x="503540" y="697417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81" name="Google Shape;581;p38"/>
            <p:cNvSpPr/>
            <p:nvPr/>
          </p:nvSpPr>
          <p:spPr>
            <a:xfrm>
              <a:off x="836573" y="269992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82" name="Google Shape;582;p38"/>
            <p:cNvSpPr/>
            <p:nvPr/>
          </p:nvSpPr>
          <p:spPr>
            <a:xfrm>
              <a:off x="1519165" y="25333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2360573" y="14287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sp>
        <p:nvSpPr>
          <p:cNvPr id="14" name="Google Shape;420;p33">
            <a:extLst>
              <a:ext uri="{FF2B5EF4-FFF2-40B4-BE49-F238E27FC236}">
                <a16:creationId xmlns:a16="http://schemas.microsoft.com/office/drawing/2014/main" id="{58574350-4915-5F55-B88F-F9366F641F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9188" y="108317"/>
            <a:ext cx="470849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800"/>
            </a:pPr>
            <a:r>
              <a:rPr lang="en-GB" sz="2800" b="1" noProof="0" dirty="0"/>
              <a:t>Chapter 2: Benefits</a:t>
            </a:r>
            <a:r>
              <a:rPr lang="en-GB" sz="2800" noProof="0" dirty="0"/>
              <a:t>_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6876BAC-5016-A3CF-F4E1-486B4E701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" y="2749957"/>
            <a:ext cx="5821629" cy="348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ven Pro"/>
              <a:buNone/>
              <a:defRPr sz="21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ven Pro"/>
              <a:buNone/>
              <a:defRPr sz="21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 eaLnBrk="0" fontAlgn="base" hangingPunct="0">
              <a:buSzPts val="1200"/>
            </a:pPr>
            <a:endParaRPr lang="en-GB" sz="1400" noProof="0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CCDA34B-0E6A-00BF-3506-107284BCA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568" y="979397"/>
            <a:ext cx="6626609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  <a:sym typeface="Maven Pro"/>
              </a:rPr>
              <a:t>2.1 Transforming Work Life</a:t>
            </a:r>
            <a:r>
              <a:rPr lang="en-GB" noProof="0" dirty="0">
                <a:solidFill>
                  <a:schemeClr val="dk1"/>
                </a:solidFill>
                <a:latin typeface="Maven Pro"/>
                <a:sym typeface="Maven Pro"/>
              </a:rPr>
              <a:t>: AI automates routine tasks and supports flexible, remote work, increasing productivity and efficiency.</a:t>
            </a:r>
          </a:p>
          <a:p>
            <a:pPr eaLnBrk="0" fontAlgn="base" hangingPunct="0">
              <a:buClr>
                <a:schemeClr val="dk1"/>
              </a:buClr>
              <a:buSzPts val="1200"/>
            </a:pPr>
            <a:endParaRPr lang="en-GB" noProof="0" dirty="0">
              <a:solidFill>
                <a:schemeClr val="dk1"/>
              </a:solidFill>
              <a:latin typeface="Maven Pro"/>
              <a:sym typeface="Maven Pro"/>
            </a:endParaRPr>
          </a:p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  <a:sym typeface="Maven Pro"/>
              </a:rPr>
              <a:t>2.2 Enhancing Personal Life</a:t>
            </a:r>
            <a:r>
              <a:rPr lang="en-GB" noProof="0" dirty="0">
                <a:solidFill>
                  <a:schemeClr val="dk1"/>
                </a:solidFill>
                <a:latin typeface="Maven Pro"/>
                <a:sym typeface="Maven Pro"/>
              </a:rPr>
              <a:t>: Smart homes and personalised digital services make daily life more convenient and comfortable.</a:t>
            </a:r>
          </a:p>
          <a:p>
            <a:pPr eaLnBrk="0" fontAlgn="base" hangingPunct="0">
              <a:buClr>
                <a:schemeClr val="dk1"/>
              </a:buClr>
              <a:buSzPts val="1200"/>
            </a:pPr>
            <a:endParaRPr lang="en-GB" noProof="0" dirty="0">
              <a:solidFill>
                <a:schemeClr val="dk1"/>
              </a:solidFill>
              <a:latin typeface="Maven Pro"/>
              <a:sym typeface="Maven Pro"/>
            </a:endParaRPr>
          </a:p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  <a:sym typeface="Maven Pro"/>
              </a:rPr>
              <a:t>2.3 Healthcare and Wellbeing</a:t>
            </a:r>
            <a:r>
              <a:rPr lang="en-GB" noProof="0" dirty="0">
                <a:solidFill>
                  <a:schemeClr val="dk1"/>
                </a:solidFill>
                <a:latin typeface="Maven Pro"/>
                <a:sym typeface="Maven Pro"/>
              </a:rPr>
              <a:t>: AI improves health monitoring, early diagnosis, and personalised medical treatment.</a:t>
            </a:r>
          </a:p>
          <a:p>
            <a:pPr eaLnBrk="0" fontAlgn="base" hangingPunct="0">
              <a:buClr>
                <a:schemeClr val="dk1"/>
              </a:buClr>
              <a:buSzPts val="1200"/>
            </a:pPr>
            <a:endParaRPr lang="en-GB" noProof="0" dirty="0">
              <a:solidFill>
                <a:schemeClr val="dk1"/>
              </a:solidFill>
              <a:latin typeface="Maven Pro"/>
              <a:sym typeface="Maven Pro"/>
            </a:endParaRPr>
          </a:p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  <a:sym typeface="Maven Pro"/>
              </a:rPr>
              <a:t>2.4 Smart Cities and Urban Living</a:t>
            </a:r>
            <a:r>
              <a:rPr lang="en-GB" noProof="0" dirty="0">
                <a:solidFill>
                  <a:schemeClr val="dk1"/>
                </a:solidFill>
                <a:latin typeface="Maven Pro"/>
                <a:sym typeface="Maven Pro"/>
              </a:rPr>
              <a:t>: AI optimises transport, energy use, environmental protection, and public safety in modern cities.</a:t>
            </a:r>
          </a:p>
          <a:p>
            <a:pPr eaLnBrk="0" fontAlgn="base" hangingPunct="0">
              <a:buClr>
                <a:schemeClr val="dk1"/>
              </a:buClr>
              <a:buSzPts val="1200"/>
            </a:pPr>
            <a:endParaRPr lang="en-GB" noProof="0" dirty="0">
              <a:solidFill>
                <a:schemeClr val="dk1"/>
              </a:solidFill>
              <a:latin typeface="Maven Pro"/>
              <a:sym typeface="Maven Pro"/>
            </a:endParaRPr>
          </a:p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  <a:sym typeface="Maven Pro"/>
              </a:rPr>
              <a:t>2.5 Benefits for Society as a Whole</a:t>
            </a:r>
            <a:r>
              <a:rPr lang="en-GB" noProof="0" dirty="0">
                <a:solidFill>
                  <a:schemeClr val="dk1"/>
                </a:solidFill>
                <a:latin typeface="Maven Pro"/>
                <a:sym typeface="Maven Pro"/>
              </a:rPr>
              <a:t>: AI enhances education, accessibility, and public services, reflecting cultural values in the UK and the USA.</a:t>
            </a:r>
          </a:p>
          <a:p>
            <a:pPr eaLnBrk="0" fontAlgn="base" hangingPunct="0">
              <a:buClr>
                <a:schemeClr val="dk1"/>
              </a:buClr>
              <a:buSzPts val="1200"/>
            </a:pPr>
            <a:endParaRPr lang="en-GB" noProof="0" dirty="0">
              <a:solidFill>
                <a:schemeClr val="dk1"/>
              </a:solidFill>
              <a:latin typeface="Maven Pro"/>
              <a:sym typeface="Maven Pro"/>
            </a:endParaRPr>
          </a:p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  <a:sym typeface="Maven Pro"/>
              </a:rPr>
              <a:t>2.6 Looking Ahead</a:t>
            </a:r>
            <a:r>
              <a:rPr lang="en-GB" noProof="0" dirty="0">
                <a:solidFill>
                  <a:schemeClr val="dk1"/>
                </a:solidFill>
                <a:latin typeface="Maven Pro"/>
                <a:sym typeface="Maven Pro"/>
              </a:rPr>
              <a:t>: AI promises a more connected, efficient, and healthier future if developed and used responsibly.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7"/>
          <p:cNvSpPr txBox="1">
            <a:spLocks noGrp="1"/>
          </p:cNvSpPr>
          <p:nvPr>
            <p:ph type="title"/>
          </p:nvPr>
        </p:nvSpPr>
        <p:spPr>
          <a:xfrm>
            <a:off x="2051640" y="280320"/>
            <a:ext cx="50407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noProof="0" dirty="0"/>
              <a:t>Chapter 3: Drawbacks</a:t>
            </a:r>
            <a:r>
              <a:rPr lang="en-GB" noProof="0" dirty="0"/>
              <a:t>_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575339-06F1-D67A-A86C-701E83C147B9}"/>
              </a:ext>
            </a:extLst>
          </p:cNvPr>
          <p:cNvSpPr txBox="1"/>
          <p:nvPr/>
        </p:nvSpPr>
        <p:spPr>
          <a:xfrm>
            <a:off x="982980" y="1013040"/>
            <a:ext cx="71780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</a:rPr>
              <a:t>3.1 Job Loss and Economical Inequality</a:t>
            </a:r>
            <a:r>
              <a:rPr lang="en-GB" noProof="0" dirty="0">
                <a:solidFill>
                  <a:schemeClr val="dk1"/>
                </a:solidFill>
                <a:latin typeface="Maven Pro"/>
              </a:rPr>
              <a:t>: Automation may replace many jobs and increase inequality by concentrating wealth and power in large technology companies.</a:t>
            </a:r>
          </a:p>
          <a:p>
            <a:pPr eaLnBrk="0" fontAlgn="base" hangingPunct="0">
              <a:buClr>
                <a:schemeClr val="dk1"/>
              </a:buClr>
              <a:buSzPts val="1200"/>
            </a:pPr>
            <a:endParaRPr lang="en-GB" noProof="0" dirty="0">
              <a:solidFill>
                <a:schemeClr val="dk1"/>
              </a:solidFill>
              <a:latin typeface="Maven Pro"/>
            </a:endParaRPr>
          </a:p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</a:rPr>
              <a:t>3.2 Privacy and Surveillance</a:t>
            </a:r>
            <a:r>
              <a:rPr lang="en-GB" noProof="0" dirty="0">
                <a:solidFill>
                  <a:schemeClr val="dk1"/>
                </a:solidFill>
                <a:latin typeface="Maven Pro"/>
              </a:rPr>
              <a:t>: Extensive data collection and AI-powered surveillance threaten personal privacy and raise concerns about monitoring without consent.</a:t>
            </a:r>
          </a:p>
          <a:p>
            <a:pPr eaLnBrk="0" fontAlgn="base" hangingPunct="0">
              <a:buClr>
                <a:schemeClr val="dk1"/>
              </a:buClr>
              <a:buSzPts val="1200"/>
            </a:pPr>
            <a:endParaRPr lang="en-GB" noProof="0" dirty="0">
              <a:solidFill>
                <a:schemeClr val="dk1"/>
              </a:solidFill>
              <a:latin typeface="Maven Pro"/>
            </a:endParaRPr>
          </a:p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</a:rPr>
              <a:t>3.3 Dependence on Technology</a:t>
            </a:r>
            <a:r>
              <a:rPr lang="en-GB" noProof="0" dirty="0">
                <a:solidFill>
                  <a:schemeClr val="dk1"/>
                </a:solidFill>
                <a:latin typeface="Maven Pro"/>
              </a:rPr>
              <a:t>: Growing reliance on AI systems can reduce critical thinking, skills, and human responsibility, especially if systems fail.</a:t>
            </a:r>
          </a:p>
          <a:p>
            <a:pPr eaLnBrk="0" fontAlgn="base" hangingPunct="0">
              <a:buClr>
                <a:schemeClr val="dk1"/>
              </a:buClr>
              <a:buSzPts val="1200"/>
            </a:pPr>
            <a:endParaRPr lang="en-GB" noProof="0" dirty="0">
              <a:solidFill>
                <a:schemeClr val="dk1"/>
              </a:solidFill>
              <a:latin typeface="Maven Pro"/>
            </a:endParaRPr>
          </a:p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</a:rPr>
              <a:t>3.4 Ethical and Social Challenges</a:t>
            </a:r>
            <a:r>
              <a:rPr lang="en-GB" noProof="0" dirty="0">
                <a:solidFill>
                  <a:schemeClr val="dk1"/>
                </a:solidFill>
                <a:latin typeface="Maven Pro"/>
              </a:rPr>
              <a:t>: Biased algorithms, unclear accountability, and reduced human interaction create serious ethical and social dilemmas.</a:t>
            </a:r>
          </a:p>
          <a:p>
            <a:pPr eaLnBrk="0" fontAlgn="base" hangingPunct="0">
              <a:buClr>
                <a:schemeClr val="dk1"/>
              </a:buClr>
              <a:buSzPts val="1200"/>
            </a:pPr>
            <a:endParaRPr lang="en-GB" noProof="0" dirty="0">
              <a:solidFill>
                <a:schemeClr val="dk1"/>
              </a:solidFill>
              <a:latin typeface="Maven Pro"/>
            </a:endParaRPr>
          </a:p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</a:rPr>
              <a:t>3.5 Environmental Costs</a:t>
            </a:r>
            <a:r>
              <a:rPr lang="en-GB" noProof="0" dirty="0">
                <a:solidFill>
                  <a:schemeClr val="dk1"/>
                </a:solidFill>
                <a:latin typeface="Maven Pro"/>
              </a:rPr>
              <a:t>: AI development consumes large amounts of energy, potentially increasing carbon emissions and environmental damage.</a:t>
            </a:r>
          </a:p>
          <a:p>
            <a:pPr eaLnBrk="0" fontAlgn="base" hangingPunct="0">
              <a:buClr>
                <a:schemeClr val="dk1"/>
              </a:buClr>
              <a:buSzPts val="1200"/>
            </a:pPr>
            <a:endParaRPr lang="en-GB" noProof="0" dirty="0">
              <a:solidFill>
                <a:schemeClr val="dk1"/>
              </a:solidFill>
              <a:latin typeface="Maven Pro"/>
            </a:endParaRPr>
          </a:p>
          <a:p>
            <a:pPr eaLnBrk="0" fontAlgn="base" hangingPunct="0">
              <a:buClr>
                <a:schemeClr val="dk1"/>
              </a:buClr>
              <a:buSzPts val="1200"/>
            </a:pPr>
            <a:r>
              <a:rPr lang="en-GB" b="1" noProof="0" dirty="0">
                <a:solidFill>
                  <a:schemeClr val="dk1"/>
                </a:solidFill>
                <a:latin typeface="Maven Pro"/>
              </a:rPr>
              <a:t>3.6 Looking Ahead</a:t>
            </a:r>
            <a:r>
              <a:rPr lang="en-GB" noProof="0" dirty="0">
                <a:solidFill>
                  <a:schemeClr val="dk1"/>
                </a:solidFill>
                <a:latin typeface="Maven Pro"/>
              </a:rPr>
              <a:t>: The risks of AI highlight the need for balance, ethical regulation, and responsible use to ensure technology serves humanity and not vice versa.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E929FD20-7288-DAFA-65AF-1147969D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>
            <a:extLst>
              <a:ext uri="{FF2B5EF4-FFF2-40B4-BE49-F238E27FC236}">
                <a16:creationId xmlns:a16="http://schemas.microsoft.com/office/drawing/2014/main" id="{00874054-80D3-98AB-9C51-97FD515F3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09714" y="466979"/>
            <a:ext cx="31245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noProof="0" dirty="0"/>
              <a:t>Conclusion</a:t>
            </a:r>
            <a:r>
              <a:rPr lang="en-GB" noProof="0" dirty="0"/>
              <a:t>_</a:t>
            </a:r>
          </a:p>
        </p:txBody>
      </p:sp>
      <p:sp>
        <p:nvSpPr>
          <p:cNvPr id="514" name="Google Shape;514;p36">
            <a:extLst>
              <a:ext uri="{FF2B5EF4-FFF2-40B4-BE49-F238E27FC236}">
                <a16:creationId xmlns:a16="http://schemas.microsoft.com/office/drawing/2014/main" id="{5E348278-2236-DAFB-4722-EF43194118C4}"/>
              </a:ext>
            </a:extLst>
          </p:cNvPr>
          <p:cNvSpPr/>
          <p:nvPr/>
        </p:nvSpPr>
        <p:spPr>
          <a:xfrm>
            <a:off x="1045813" y="1317286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15" name="Google Shape;515;p36">
            <a:extLst>
              <a:ext uri="{FF2B5EF4-FFF2-40B4-BE49-F238E27FC236}">
                <a16:creationId xmlns:a16="http://schemas.microsoft.com/office/drawing/2014/main" id="{6E403C00-5FF1-636C-6BBE-9A135644DBFC}"/>
              </a:ext>
            </a:extLst>
          </p:cNvPr>
          <p:cNvSpPr/>
          <p:nvPr/>
        </p:nvSpPr>
        <p:spPr>
          <a:xfrm>
            <a:off x="1034303" y="2106491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16" name="Google Shape;516;p36">
            <a:extLst>
              <a:ext uri="{FF2B5EF4-FFF2-40B4-BE49-F238E27FC236}">
                <a16:creationId xmlns:a16="http://schemas.microsoft.com/office/drawing/2014/main" id="{E592F8B9-5AF8-1047-5159-7412E0C33656}"/>
              </a:ext>
            </a:extLst>
          </p:cNvPr>
          <p:cNvSpPr/>
          <p:nvPr/>
        </p:nvSpPr>
        <p:spPr>
          <a:xfrm>
            <a:off x="1045813" y="2911557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17" name="Google Shape;517;p36">
            <a:extLst>
              <a:ext uri="{FF2B5EF4-FFF2-40B4-BE49-F238E27FC236}">
                <a16:creationId xmlns:a16="http://schemas.microsoft.com/office/drawing/2014/main" id="{C2474D0C-3447-8010-78A9-375123ED6F4B}"/>
              </a:ext>
            </a:extLst>
          </p:cNvPr>
          <p:cNvSpPr/>
          <p:nvPr/>
        </p:nvSpPr>
        <p:spPr>
          <a:xfrm>
            <a:off x="1045813" y="3720426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grpSp>
        <p:nvGrpSpPr>
          <p:cNvPr id="518" name="Google Shape;518;p36">
            <a:extLst>
              <a:ext uri="{FF2B5EF4-FFF2-40B4-BE49-F238E27FC236}">
                <a16:creationId xmlns:a16="http://schemas.microsoft.com/office/drawing/2014/main" id="{80499A7B-448A-C630-C20E-27456F75B12D}"/>
              </a:ext>
            </a:extLst>
          </p:cNvPr>
          <p:cNvGrpSpPr/>
          <p:nvPr/>
        </p:nvGrpSpPr>
        <p:grpSpPr>
          <a:xfrm>
            <a:off x="1246511" y="1495336"/>
            <a:ext cx="335729" cy="380054"/>
            <a:chOff x="1144715" y="2144793"/>
            <a:chExt cx="430698" cy="487561"/>
          </a:xfrm>
        </p:grpSpPr>
        <p:sp>
          <p:nvSpPr>
            <p:cNvPr id="519" name="Google Shape;519;p36">
              <a:extLst>
                <a:ext uri="{FF2B5EF4-FFF2-40B4-BE49-F238E27FC236}">
                  <a16:creationId xmlns:a16="http://schemas.microsoft.com/office/drawing/2014/main" id="{D5A5B3E7-B313-A7EF-08C0-F9F93859302F}"/>
                </a:ext>
              </a:extLst>
            </p:cNvPr>
            <p:cNvSpPr/>
            <p:nvPr/>
          </p:nvSpPr>
          <p:spPr>
            <a:xfrm>
              <a:off x="1273394" y="2144793"/>
              <a:ext cx="72030" cy="199864"/>
            </a:xfrm>
            <a:custGeom>
              <a:avLst/>
              <a:gdLst/>
              <a:ahLst/>
              <a:cxnLst/>
              <a:rect l="l" t="t" r="r" b="b"/>
              <a:pathLst>
                <a:path w="679" h="1884" extrusionOk="0">
                  <a:moveTo>
                    <a:pt x="678" y="1883"/>
                  </a:moveTo>
                  <a:lnTo>
                    <a:pt x="678" y="1"/>
                  </a:lnTo>
                  <a:cubicBezTo>
                    <a:pt x="295" y="72"/>
                    <a:pt x="0" y="402"/>
                    <a:pt x="0" y="813"/>
                  </a:cubicBezTo>
                  <a:lnTo>
                    <a:pt x="0" y="1080"/>
                  </a:lnTo>
                  <a:cubicBezTo>
                    <a:pt x="0" y="1482"/>
                    <a:pt x="295" y="1821"/>
                    <a:pt x="678" y="18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0" name="Google Shape;520;p36">
              <a:extLst>
                <a:ext uri="{FF2B5EF4-FFF2-40B4-BE49-F238E27FC236}">
                  <a16:creationId xmlns:a16="http://schemas.microsoft.com/office/drawing/2014/main" id="{C631CA46-D7A2-F470-4E8B-AA642F0714BA}"/>
                </a:ext>
              </a:extLst>
            </p:cNvPr>
            <p:cNvSpPr/>
            <p:nvPr/>
          </p:nvSpPr>
          <p:spPr>
            <a:xfrm>
              <a:off x="1373749" y="2144793"/>
              <a:ext cx="72879" cy="199864"/>
            </a:xfrm>
            <a:custGeom>
              <a:avLst/>
              <a:gdLst/>
              <a:ahLst/>
              <a:cxnLst/>
              <a:rect l="l" t="t" r="r" b="b"/>
              <a:pathLst>
                <a:path w="687" h="1884" extrusionOk="0">
                  <a:moveTo>
                    <a:pt x="0" y="1883"/>
                  </a:moveTo>
                  <a:cubicBezTo>
                    <a:pt x="393" y="1821"/>
                    <a:pt x="687" y="1482"/>
                    <a:pt x="687" y="1080"/>
                  </a:cubicBezTo>
                  <a:lnTo>
                    <a:pt x="687" y="813"/>
                  </a:lnTo>
                  <a:cubicBezTo>
                    <a:pt x="687" y="402"/>
                    <a:pt x="393" y="7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1" name="Google Shape;521;p36">
              <a:extLst>
                <a:ext uri="{FF2B5EF4-FFF2-40B4-BE49-F238E27FC236}">
                  <a16:creationId xmlns:a16="http://schemas.microsoft.com/office/drawing/2014/main" id="{503DC2F3-BC84-1442-54E8-BC4F67AB7EBB}"/>
                </a:ext>
              </a:extLst>
            </p:cNvPr>
            <p:cNvSpPr/>
            <p:nvPr/>
          </p:nvSpPr>
          <p:spPr>
            <a:xfrm>
              <a:off x="1173039" y="2374782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2989" y="679"/>
                  </a:moveTo>
                  <a:lnTo>
                    <a:pt x="2722" y="679"/>
                  </a:lnTo>
                  <a:lnTo>
                    <a:pt x="2722" y="402"/>
                  </a:lnTo>
                  <a:lnTo>
                    <a:pt x="2989" y="402"/>
                  </a:lnTo>
                  <a:close/>
                  <a:moveTo>
                    <a:pt x="2445" y="679"/>
                  </a:moveTo>
                  <a:lnTo>
                    <a:pt x="2169" y="679"/>
                  </a:lnTo>
                  <a:lnTo>
                    <a:pt x="2169" y="402"/>
                  </a:lnTo>
                  <a:lnTo>
                    <a:pt x="2445" y="402"/>
                  </a:lnTo>
                  <a:close/>
                  <a:moveTo>
                    <a:pt x="1348" y="679"/>
                  </a:moveTo>
                  <a:lnTo>
                    <a:pt x="1080" y="679"/>
                  </a:lnTo>
                  <a:lnTo>
                    <a:pt x="1080" y="402"/>
                  </a:lnTo>
                  <a:lnTo>
                    <a:pt x="1348" y="402"/>
                  </a:lnTo>
                  <a:close/>
                  <a:moveTo>
                    <a:pt x="813" y="679"/>
                  </a:moveTo>
                  <a:lnTo>
                    <a:pt x="536" y="679"/>
                  </a:lnTo>
                  <a:lnTo>
                    <a:pt x="536" y="402"/>
                  </a:lnTo>
                  <a:lnTo>
                    <a:pt x="813" y="402"/>
                  </a:lnTo>
                  <a:close/>
                  <a:moveTo>
                    <a:pt x="3525" y="1"/>
                  </a:moveTo>
                  <a:lnTo>
                    <a:pt x="1" y="1"/>
                  </a:lnTo>
                  <a:lnTo>
                    <a:pt x="1" y="1080"/>
                  </a:lnTo>
                  <a:lnTo>
                    <a:pt x="3525" y="108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2" name="Google Shape;522;p36">
              <a:extLst>
                <a:ext uri="{FF2B5EF4-FFF2-40B4-BE49-F238E27FC236}">
                  <a16:creationId xmlns:a16="http://schemas.microsoft.com/office/drawing/2014/main" id="{7712FC1B-1D8C-12A8-D1B3-0563EA2F8C22}"/>
                </a:ext>
              </a:extLst>
            </p:cNvPr>
            <p:cNvSpPr/>
            <p:nvPr/>
          </p:nvSpPr>
          <p:spPr>
            <a:xfrm>
              <a:off x="1173039" y="2517676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536" y="402"/>
                  </a:moveTo>
                  <a:lnTo>
                    <a:pt x="813" y="402"/>
                  </a:lnTo>
                  <a:lnTo>
                    <a:pt x="813" y="670"/>
                  </a:lnTo>
                  <a:lnTo>
                    <a:pt x="536" y="670"/>
                  </a:lnTo>
                  <a:close/>
                  <a:moveTo>
                    <a:pt x="1080" y="402"/>
                  </a:moveTo>
                  <a:lnTo>
                    <a:pt x="1348" y="402"/>
                  </a:lnTo>
                  <a:lnTo>
                    <a:pt x="1348" y="670"/>
                  </a:lnTo>
                  <a:lnTo>
                    <a:pt x="1080" y="670"/>
                  </a:lnTo>
                  <a:close/>
                  <a:moveTo>
                    <a:pt x="2169" y="402"/>
                  </a:moveTo>
                  <a:lnTo>
                    <a:pt x="2445" y="402"/>
                  </a:lnTo>
                  <a:lnTo>
                    <a:pt x="2445" y="670"/>
                  </a:lnTo>
                  <a:lnTo>
                    <a:pt x="2169" y="670"/>
                  </a:lnTo>
                  <a:close/>
                  <a:moveTo>
                    <a:pt x="2722" y="402"/>
                  </a:moveTo>
                  <a:lnTo>
                    <a:pt x="2989" y="402"/>
                  </a:lnTo>
                  <a:lnTo>
                    <a:pt x="2989" y="670"/>
                  </a:lnTo>
                  <a:lnTo>
                    <a:pt x="2722" y="670"/>
                  </a:lnTo>
                  <a:close/>
                  <a:moveTo>
                    <a:pt x="1" y="1080"/>
                  </a:moveTo>
                  <a:lnTo>
                    <a:pt x="3525" y="1080"/>
                  </a:lnTo>
                  <a:lnTo>
                    <a:pt x="352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3" name="Google Shape;523;p36">
              <a:extLst>
                <a:ext uri="{FF2B5EF4-FFF2-40B4-BE49-F238E27FC236}">
                  <a16:creationId xmlns:a16="http://schemas.microsoft.com/office/drawing/2014/main" id="{7B3F2DC4-90F8-9155-6BC8-FBA3BCDEF95D}"/>
                </a:ext>
              </a:extLst>
            </p:cNvPr>
            <p:cNvSpPr/>
            <p:nvPr/>
          </p:nvSpPr>
          <p:spPr>
            <a:xfrm>
              <a:off x="1479726" y="2184574"/>
              <a:ext cx="38826" cy="122210"/>
            </a:xfrm>
            <a:custGeom>
              <a:avLst/>
              <a:gdLst/>
              <a:ahLst/>
              <a:cxnLst/>
              <a:rect l="l" t="t" r="r" b="b"/>
              <a:pathLst>
                <a:path w="366" h="1152" extrusionOk="0">
                  <a:moveTo>
                    <a:pt x="241" y="1151"/>
                  </a:moveTo>
                  <a:cubicBezTo>
                    <a:pt x="321" y="964"/>
                    <a:pt x="366" y="768"/>
                    <a:pt x="366" y="572"/>
                  </a:cubicBezTo>
                  <a:cubicBezTo>
                    <a:pt x="366" y="375"/>
                    <a:pt x="321" y="179"/>
                    <a:pt x="250" y="1"/>
                  </a:cubicBezTo>
                  <a:lnTo>
                    <a:pt x="0" y="99"/>
                  </a:lnTo>
                  <a:cubicBezTo>
                    <a:pt x="63" y="250"/>
                    <a:pt x="89" y="411"/>
                    <a:pt x="89" y="572"/>
                  </a:cubicBezTo>
                  <a:cubicBezTo>
                    <a:pt x="89" y="732"/>
                    <a:pt x="63" y="893"/>
                    <a:pt x="0" y="10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4" name="Google Shape;524;p36">
              <a:extLst>
                <a:ext uri="{FF2B5EF4-FFF2-40B4-BE49-F238E27FC236}">
                  <a16:creationId xmlns:a16="http://schemas.microsoft.com/office/drawing/2014/main" id="{4F5596A3-0F44-7292-82E8-E3C44BAAF06E}"/>
                </a:ext>
              </a:extLst>
            </p:cNvPr>
            <p:cNvSpPr/>
            <p:nvPr/>
          </p:nvSpPr>
          <p:spPr>
            <a:xfrm>
              <a:off x="1531707" y="2162827"/>
              <a:ext cx="43706" cy="165705"/>
            </a:xfrm>
            <a:custGeom>
              <a:avLst/>
              <a:gdLst/>
              <a:ahLst/>
              <a:cxnLst/>
              <a:rect l="l" t="t" r="r" b="b"/>
              <a:pathLst>
                <a:path w="412" h="1562" extrusionOk="0">
                  <a:moveTo>
                    <a:pt x="251" y="1562"/>
                  </a:moveTo>
                  <a:cubicBezTo>
                    <a:pt x="358" y="1312"/>
                    <a:pt x="411" y="1053"/>
                    <a:pt x="411" y="777"/>
                  </a:cubicBezTo>
                  <a:cubicBezTo>
                    <a:pt x="411" y="509"/>
                    <a:pt x="358" y="241"/>
                    <a:pt x="260" y="0"/>
                  </a:cubicBezTo>
                  <a:lnTo>
                    <a:pt x="10" y="99"/>
                  </a:lnTo>
                  <a:cubicBezTo>
                    <a:pt x="99" y="313"/>
                    <a:pt x="144" y="545"/>
                    <a:pt x="144" y="777"/>
                  </a:cubicBezTo>
                  <a:cubicBezTo>
                    <a:pt x="144" y="1008"/>
                    <a:pt x="99" y="1240"/>
                    <a:pt x="1" y="14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5" name="Google Shape;525;p36">
              <a:extLst>
                <a:ext uri="{FF2B5EF4-FFF2-40B4-BE49-F238E27FC236}">
                  <a16:creationId xmlns:a16="http://schemas.microsoft.com/office/drawing/2014/main" id="{35F6F652-14A0-0A15-5450-B4D26E4039E7}"/>
                </a:ext>
              </a:extLst>
            </p:cNvPr>
            <p:cNvSpPr/>
            <p:nvPr/>
          </p:nvSpPr>
          <p:spPr>
            <a:xfrm>
              <a:off x="1201470" y="2183619"/>
              <a:ext cx="38932" cy="122210"/>
            </a:xfrm>
            <a:custGeom>
              <a:avLst/>
              <a:gdLst/>
              <a:ahLst/>
              <a:cxnLst/>
              <a:rect l="l" t="t" r="r" b="b"/>
              <a:pathLst>
                <a:path w="367" h="1152" extrusionOk="0">
                  <a:moveTo>
                    <a:pt x="366" y="1044"/>
                  </a:moveTo>
                  <a:cubicBezTo>
                    <a:pt x="304" y="902"/>
                    <a:pt x="268" y="741"/>
                    <a:pt x="268" y="581"/>
                  </a:cubicBezTo>
                  <a:cubicBezTo>
                    <a:pt x="268" y="411"/>
                    <a:pt x="304" y="250"/>
                    <a:pt x="366" y="99"/>
                  </a:cubicBezTo>
                  <a:lnTo>
                    <a:pt x="116" y="1"/>
                  </a:lnTo>
                  <a:cubicBezTo>
                    <a:pt x="36" y="179"/>
                    <a:pt x="0" y="375"/>
                    <a:pt x="0" y="581"/>
                  </a:cubicBezTo>
                  <a:cubicBezTo>
                    <a:pt x="0" y="777"/>
                    <a:pt x="36" y="973"/>
                    <a:pt x="116" y="11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6" name="Google Shape;526;p36">
              <a:extLst>
                <a:ext uri="{FF2B5EF4-FFF2-40B4-BE49-F238E27FC236}">
                  <a16:creationId xmlns:a16="http://schemas.microsoft.com/office/drawing/2014/main" id="{84C6A1EE-DFE6-0E14-5911-E3839E8FFE24}"/>
                </a:ext>
              </a:extLst>
            </p:cNvPr>
            <p:cNvSpPr/>
            <p:nvPr/>
          </p:nvSpPr>
          <p:spPr>
            <a:xfrm>
              <a:off x="1144715" y="2160918"/>
              <a:ext cx="42645" cy="166660"/>
            </a:xfrm>
            <a:custGeom>
              <a:avLst/>
              <a:gdLst/>
              <a:ahLst/>
              <a:cxnLst/>
              <a:rect l="l" t="t" r="r" b="b"/>
              <a:pathLst>
                <a:path w="402" h="1571" extrusionOk="0">
                  <a:moveTo>
                    <a:pt x="402" y="1464"/>
                  </a:moveTo>
                  <a:cubicBezTo>
                    <a:pt x="312" y="1250"/>
                    <a:pt x="268" y="1026"/>
                    <a:pt x="268" y="795"/>
                  </a:cubicBezTo>
                  <a:cubicBezTo>
                    <a:pt x="268" y="554"/>
                    <a:pt x="312" y="322"/>
                    <a:pt x="402" y="108"/>
                  </a:cubicBezTo>
                  <a:lnTo>
                    <a:pt x="152" y="1"/>
                  </a:lnTo>
                  <a:cubicBezTo>
                    <a:pt x="54" y="250"/>
                    <a:pt x="0" y="518"/>
                    <a:pt x="0" y="795"/>
                  </a:cubicBezTo>
                  <a:cubicBezTo>
                    <a:pt x="0" y="1062"/>
                    <a:pt x="45" y="1321"/>
                    <a:pt x="152" y="1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527" name="Google Shape;527;p36">
            <a:extLst>
              <a:ext uri="{FF2B5EF4-FFF2-40B4-BE49-F238E27FC236}">
                <a16:creationId xmlns:a16="http://schemas.microsoft.com/office/drawing/2014/main" id="{38B88A03-07E2-E995-BF64-EF41350F14A7}"/>
              </a:ext>
            </a:extLst>
          </p:cNvPr>
          <p:cNvGrpSpPr/>
          <p:nvPr/>
        </p:nvGrpSpPr>
        <p:grpSpPr>
          <a:xfrm>
            <a:off x="1212839" y="2284604"/>
            <a:ext cx="379967" cy="379976"/>
            <a:chOff x="1116285" y="2741087"/>
            <a:chExt cx="487449" cy="487461"/>
          </a:xfrm>
        </p:grpSpPr>
        <p:sp>
          <p:nvSpPr>
            <p:cNvPr id="528" name="Google Shape;528;p36">
              <a:extLst>
                <a:ext uri="{FF2B5EF4-FFF2-40B4-BE49-F238E27FC236}">
                  <a16:creationId xmlns:a16="http://schemas.microsoft.com/office/drawing/2014/main" id="{11E66570-BDA8-3690-4E9B-D17593233792}"/>
                </a:ext>
              </a:extLst>
            </p:cNvPr>
            <p:cNvSpPr/>
            <p:nvPr/>
          </p:nvSpPr>
          <p:spPr>
            <a:xfrm>
              <a:off x="1331103" y="2912306"/>
              <a:ext cx="56860" cy="57922"/>
            </a:xfrm>
            <a:custGeom>
              <a:avLst/>
              <a:gdLst/>
              <a:ahLst/>
              <a:cxnLst/>
              <a:rect l="l" t="t" r="r" b="b"/>
              <a:pathLst>
                <a:path w="536" h="546" extrusionOk="0">
                  <a:moveTo>
                    <a:pt x="268" y="1"/>
                  </a:moveTo>
                  <a:cubicBezTo>
                    <a:pt x="420" y="1"/>
                    <a:pt x="536" y="126"/>
                    <a:pt x="536" y="268"/>
                  </a:cubicBezTo>
                  <a:cubicBezTo>
                    <a:pt x="536" y="420"/>
                    <a:pt x="420" y="545"/>
                    <a:pt x="268" y="545"/>
                  </a:cubicBezTo>
                  <a:cubicBezTo>
                    <a:pt x="117" y="545"/>
                    <a:pt x="1" y="420"/>
                    <a:pt x="1" y="268"/>
                  </a:cubicBezTo>
                  <a:cubicBezTo>
                    <a:pt x="1" y="126"/>
                    <a:pt x="117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29" name="Google Shape;529;p36">
              <a:extLst>
                <a:ext uri="{FF2B5EF4-FFF2-40B4-BE49-F238E27FC236}">
                  <a16:creationId xmlns:a16="http://schemas.microsoft.com/office/drawing/2014/main" id="{DBF5BE20-5444-D4D5-EF68-0E4FFA5500C7}"/>
                </a:ext>
              </a:extLst>
            </p:cNvPr>
            <p:cNvSpPr/>
            <p:nvPr/>
          </p:nvSpPr>
          <p:spPr>
            <a:xfrm>
              <a:off x="1315933" y="2996536"/>
              <a:ext cx="88155" cy="60681"/>
            </a:xfrm>
            <a:custGeom>
              <a:avLst/>
              <a:gdLst/>
              <a:ahLst/>
              <a:cxnLst/>
              <a:rect l="l" t="t" r="r" b="b"/>
              <a:pathLst>
                <a:path w="831" h="572" extrusionOk="0">
                  <a:moveTo>
                    <a:pt x="1" y="438"/>
                  </a:moveTo>
                  <a:lnTo>
                    <a:pt x="1" y="572"/>
                  </a:lnTo>
                  <a:lnTo>
                    <a:pt x="831" y="572"/>
                  </a:lnTo>
                  <a:lnTo>
                    <a:pt x="831" y="429"/>
                  </a:lnTo>
                  <a:cubicBezTo>
                    <a:pt x="831" y="197"/>
                    <a:pt x="625" y="1"/>
                    <a:pt x="393" y="19"/>
                  </a:cubicBezTo>
                  <a:cubicBezTo>
                    <a:pt x="170" y="28"/>
                    <a:pt x="1" y="215"/>
                    <a:pt x="1" y="4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0" name="Google Shape;530;p36">
              <a:extLst>
                <a:ext uri="{FF2B5EF4-FFF2-40B4-BE49-F238E27FC236}">
                  <a16:creationId xmlns:a16="http://schemas.microsoft.com/office/drawing/2014/main" id="{69534B7F-8A5B-D1F1-05AD-03A8F18266A7}"/>
                </a:ext>
              </a:extLst>
            </p:cNvPr>
            <p:cNvSpPr/>
            <p:nvPr/>
          </p:nvSpPr>
          <p:spPr>
            <a:xfrm>
              <a:off x="1230749" y="2855551"/>
              <a:ext cx="258523" cy="258529"/>
            </a:xfrm>
            <a:custGeom>
              <a:avLst/>
              <a:gdLst/>
              <a:ahLst/>
              <a:cxnLst/>
              <a:rect l="l" t="t" r="r" b="b"/>
              <a:pathLst>
                <a:path w="2437" h="2437" extrusionOk="0">
                  <a:moveTo>
                    <a:pt x="1901" y="2168"/>
                  </a:moveTo>
                  <a:lnTo>
                    <a:pt x="536" y="2168"/>
                  </a:lnTo>
                  <a:lnTo>
                    <a:pt x="536" y="1758"/>
                  </a:lnTo>
                  <a:cubicBezTo>
                    <a:pt x="536" y="1517"/>
                    <a:pt x="661" y="1312"/>
                    <a:pt x="840" y="1187"/>
                  </a:cubicBezTo>
                  <a:cubicBezTo>
                    <a:pt x="733" y="1089"/>
                    <a:pt x="670" y="937"/>
                    <a:pt x="679" y="777"/>
                  </a:cubicBezTo>
                  <a:cubicBezTo>
                    <a:pt x="697" y="500"/>
                    <a:pt x="920" y="286"/>
                    <a:pt x="1187" y="268"/>
                  </a:cubicBezTo>
                  <a:cubicBezTo>
                    <a:pt x="1500" y="250"/>
                    <a:pt x="1758" y="500"/>
                    <a:pt x="1758" y="803"/>
                  </a:cubicBezTo>
                  <a:cubicBezTo>
                    <a:pt x="1758" y="955"/>
                    <a:pt x="1696" y="1089"/>
                    <a:pt x="1598" y="1187"/>
                  </a:cubicBezTo>
                  <a:cubicBezTo>
                    <a:pt x="1776" y="1312"/>
                    <a:pt x="1901" y="1517"/>
                    <a:pt x="1901" y="1758"/>
                  </a:cubicBezTo>
                  <a:close/>
                  <a:moveTo>
                    <a:pt x="2436" y="1"/>
                  </a:moveTo>
                  <a:lnTo>
                    <a:pt x="1" y="1"/>
                  </a:lnTo>
                  <a:lnTo>
                    <a:pt x="1" y="2436"/>
                  </a:lnTo>
                  <a:lnTo>
                    <a:pt x="2436" y="24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1" name="Google Shape;531;p36">
              <a:extLst>
                <a:ext uri="{FF2B5EF4-FFF2-40B4-BE49-F238E27FC236}">
                  <a16:creationId xmlns:a16="http://schemas.microsoft.com/office/drawing/2014/main" id="{9D037556-7700-DD13-AF57-3F6DE6E9D80D}"/>
                </a:ext>
              </a:extLst>
            </p:cNvPr>
            <p:cNvSpPr/>
            <p:nvPr/>
          </p:nvSpPr>
          <p:spPr>
            <a:xfrm>
              <a:off x="1116285" y="2741087"/>
              <a:ext cx="487449" cy="487461"/>
            </a:xfrm>
            <a:custGeom>
              <a:avLst/>
              <a:gdLst/>
              <a:ahLst/>
              <a:cxnLst/>
              <a:rect l="l" t="t" r="r" b="b"/>
              <a:pathLst>
                <a:path w="4595" h="4595" extrusionOk="0">
                  <a:moveTo>
                    <a:pt x="3783" y="3792"/>
                  </a:moveTo>
                  <a:lnTo>
                    <a:pt x="803" y="3792"/>
                  </a:lnTo>
                  <a:lnTo>
                    <a:pt x="803" y="812"/>
                  </a:lnTo>
                  <a:lnTo>
                    <a:pt x="3783" y="812"/>
                  </a:lnTo>
                  <a:close/>
                  <a:moveTo>
                    <a:pt x="4595" y="812"/>
                  </a:moveTo>
                  <a:lnTo>
                    <a:pt x="4595" y="544"/>
                  </a:lnTo>
                  <a:lnTo>
                    <a:pt x="4327" y="544"/>
                  </a:lnTo>
                  <a:lnTo>
                    <a:pt x="4327" y="268"/>
                  </a:lnTo>
                  <a:lnTo>
                    <a:pt x="4051" y="268"/>
                  </a:lnTo>
                  <a:lnTo>
                    <a:pt x="4051" y="0"/>
                  </a:lnTo>
                  <a:lnTo>
                    <a:pt x="3783" y="0"/>
                  </a:lnTo>
                  <a:lnTo>
                    <a:pt x="3783" y="268"/>
                  </a:lnTo>
                  <a:lnTo>
                    <a:pt x="3507" y="268"/>
                  </a:lnTo>
                  <a:lnTo>
                    <a:pt x="3507" y="0"/>
                  </a:lnTo>
                  <a:lnTo>
                    <a:pt x="3239" y="0"/>
                  </a:lnTo>
                  <a:lnTo>
                    <a:pt x="3239" y="268"/>
                  </a:lnTo>
                  <a:lnTo>
                    <a:pt x="2971" y="268"/>
                  </a:lnTo>
                  <a:lnTo>
                    <a:pt x="2971" y="0"/>
                  </a:lnTo>
                  <a:lnTo>
                    <a:pt x="2704" y="0"/>
                  </a:lnTo>
                  <a:lnTo>
                    <a:pt x="2704" y="268"/>
                  </a:lnTo>
                  <a:lnTo>
                    <a:pt x="2427" y="268"/>
                  </a:lnTo>
                  <a:lnTo>
                    <a:pt x="2427" y="0"/>
                  </a:lnTo>
                  <a:lnTo>
                    <a:pt x="2159" y="0"/>
                  </a:lnTo>
                  <a:lnTo>
                    <a:pt x="2159" y="268"/>
                  </a:lnTo>
                  <a:lnTo>
                    <a:pt x="1883" y="268"/>
                  </a:lnTo>
                  <a:lnTo>
                    <a:pt x="1883" y="0"/>
                  </a:lnTo>
                  <a:lnTo>
                    <a:pt x="1615" y="0"/>
                  </a:lnTo>
                  <a:lnTo>
                    <a:pt x="1615" y="268"/>
                  </a:lnTo>
                  <a:lnTo>
                    <a:pt x="1348" y="268"/>
                  </a:lnTo>
                  <a:lnTo>
                    <a:pt x="1348" y="0"/>
                  </a:lnTo>
                  <a:lnTo>
                    <a:pt x="1080" y="0"/>
                  </a:lnTo>
                  <a:lnTo>
                    <a:pt x="1080" y="268"/>
                  </a:lnTo>
                  <a:lnTo>
                    <a:pt x="803" y="268"/>
                  </a:lnTo>
                  <a:lnTo>
                    <a:pt x="803" y="0"/>
                  </a:lnTo>
                  <a:lnTo>
                    <a:pt x="536" y="0"/>
                  </a:lnTo>
                  <a:lnTo>
                    <a:pt x="536" y="268"/>
                  </a:lnTo>
                  <a:lnTo>
                    <a:pt x="268" y="268"/>
                  </a:lnTo>
                  <a:lnTo>
                    <a:pt x="268" y="544"/>
                  </a:lnTo>
                  <a:lnTo>
                    <a:pt x="1" y="544"/>
                  </a:lnTo>
                  <a:lnTo>
                    <a:pt x="1" y="812"/>
                  </a:lnTo>
                  <a:lnTo>
                    <a:pt x="268" y="812"/>
                  </a:lnTo>
                  <a:lnTo>
                    <a:pt x="268" y="1080"/>
                  </a:lnTo>
                  <a:lnTo>
                    <a:pt x="1" y="1080"/>
                  </a:lnTo>
                  <a:lnTo>
                    <a:pt x="1" y="1356"/>
                  </a:lnTo>
                  <a:lnTo>
                    <a:pt x="268" y="1356"/>
                  </a:lnTo>
                  <a:lnTo>
                    <a:pt x="268" y="1624"/>
                  </a:lnTo>
                  <a:lnTo>
                    <a:pt x="1" y="1624"/>
                  </a:lnTo>
                  <a:lnTo>
                    <a:pt x="1" y="1891"/>
                  </a:lnTo>
                  <a:lnTo>
                    <a:pt x="268" y="1891"/>
                  </a:lnTo>
                  <a:lnTo>
                    <a:pt x="268" y="2168"/>
                  </a:lnTo>
                  <a:lnTo>
                    <a:pt x="1" y="2168"/>
                  </a:lnTo>
                  <a:lnTo>
                    <a:pt x="1" y="2436"/>
                  </a:lnTo>
                  <a:lnTo>
                    <a:pt x="268" y="2436"/>
                  </a:lnTo>
                  <a:lnTo>
                    <a:pt x="268" y="2703"/>
                  </a:lnTo>
                  <a:lnTo>
                    <a:pt x="1" y="2703"/>
                  </a:lnTo>
                  <a:lnTo>
                    <a:pt x="1" y="2980"/>
                  </a:lnTo>
                  <a:lnTo>
                    <a:pt x="268" y="2980"/>
                  </a:lnTo>
                  <a:lnTo>
                    <a:pt x="268" y="3247"/>
                  </a:lnTo>
                  <a:lnTo>
                    <a:pt x="1" y="3247"/>
                  </a:lnTo>
                  <a:lnTo>
                    <a:pt x="1" y="3515"/>
                  </a:lnTo>
                  <a:lnTo>
                    <a:pt x="268" y="3515"/>
                  </a:lnTo>
                  <a:lnTo>
                    <a:pt x="268" y="3792"/>
                  </a:lnTo>
                  <a:lnTo>
                    <a:pt x="1" y="3792"/>
                  </a:lnTo>
                  <a:lnTo>
                    <a:pt x="1" y="4059"/>
                  </a:lnTo>
                  <a:lnTo>
                    <a:pt x="268" y="4059"/>
                  </a:lnTo>
                  <a:lnTo>
                    <a:pt x="268" y="4327"/>
                  </a:lnTo>
                  <a:lnTo>
                    <a:pt x="536" y="4327"/>
                  </a:lnTo>
                  <a:lnTo>
                    <a:pt x="536" y="4594"/>
                  </a:lnTo>
                  <a:lnTo>
                    <a:pt x="803" y="4594"/>
                  </a:lnTo>
                  <a:lnTo>
                    <a:pt x="803" y="4327"/>
                  </a:lnTo>
                  <a:lnTo>
                    <a:pt x="1080" y="4327"/>
                  </a:lnTo>
                  <a:lnTo>
                    <a:pt x="1080" y="4594"/>
                  </a:lnTo>
                  <a:lnTo>
                    <a:pt x="1348" y="4594"/>
                  </a:lnTo>
                  <a:lnTo>
                    <a:pt x="1348" y="4327"/>
                  </a:lnTo>
                  <a:lnTo>
                    <a:pt x="1615" y="4327"/>
                  </a:lnTo>
                  <a:lnTo>
                    <a:pt x="1615" y="4594"/>
                  </a:lnTo>
                  <a:lnTo>
                    <a:pt x="1883" y="4594"/>
                  </a:lnTo>
                  <a:lnTo>
                    <a:pt x="1883" y="4327"/>
                  </a:lnTo>
                  <a:lnTo>
                    <a:pt x="2159" y="4327"/>
                  </a:lnTo>
                  <a:lnTo>
                    <a:pt x="2159" y="4594"/>
                  </a:lnTo>
                  <a:lnTo>
                    <a:pt x="2427" y="4594"/>
                  </a:lnTo>
                  <a:lnTo>
                    <a:pt x="2427" y="4327"/>
                  </a:lnTo>
                  <a:lnTo>
                    <a:pt x="2704" y="4327"/>
                  </a:lnTo>
                  <a:lnTo>
                    <a:pt x="2704" y="4594"/>
                  </a:lnTo>
                  <a:lnTo>
                    <a:pt x="2971" y="4594"/>
                  </a:lnTo>
                  <a:lnTo>
                    <a:pt x="2971" y="4327"/>
                  </a:lnTo>
                  <a:lnTo>
                    <a:pt x="3239" y="4327"/>
                  </a:lnTo>
                  <a:lnTo>
                    <a:pt x="3239" y="4594"/>
                  </a:lnTo>
                  <a:lnTo>
                    <a:pt x="3507" y="4594"/>
                  </a:lnTo>
                  <a:lnTo>
                    <a:pt x="3507" y="4327"/>
                  </a:lnTo>
                  <a:lnTo>
                    <a:pt x="3783" y="4327"/>
                  </a:lnTo>
                  <a:lnTo>
                    <a:pt x="3783" y="4594"/>
                  </a:lnTo>
                  <a:lnTo>
                    <a:pt x="4051" y="4594"/>
                  </a:lnTo>
                  <a:lnTo>
                    <a:pt x="4051" y="4327"/>
                  </a:lnTo>
                  <a:lnTo>
                    <a:pt x="4327" y="4327"/>
                  </a:lnTo>
                  <a:lnTo>
                    <a:pt x="4327" y="4059"/>
                  </a:lnTo>
                  <a:lnTo>
                    <a:pt x="4595" y="4059"/>
                  </a:lnTo>
                  <a:lnTo>
                    <a:pt x="4595" y="3792"/>
                  </a:lnTo>
                  <a:lnTo>
                    <a:pt x="4327" y="3792"/>
                  </a:lnTo>
                  <a:lnTo>
                    <a:pt x="4327" y="3515"/>
                  </a:lnTo>
                  <a:lnTo>
                    <a:pt x="4595" y="3515"/>
                  </a:lnTo>
                  <a:lnTo>
                    <a:pt x="4595" y="3247"/>
                  </a:lnTo>
                  <a:lnTo>
                    <a:pt x="4327" y="3247"/>
                  </a:lnTo>
                  <a:lnTo>
                    <a:pt x="4327" y="2980"/>
                  </a:lnTo>
                  <a:lnTo>
                    <a:pt x="4595" y="2980"/>
                  </a:lnTo>
                  <a:lnTo>
                    <a:pt x="4595" y="2703"/>
                  </a:lnTo>
                  <a:lnTo>
                    <a:pt x="4327" y="2703"/>
                  </a:lnTo>
                  <a:lnTo>
                    <a:pt x="4327" y="2436"/>
                  </a:lnTo>
                  <a:lnTo>
                    <a:pt x="4595" y="2436"/>
                  </a:lnTo>
                  <a:lnTo>
                    <a:pt x="4595" y="2168"/>
                  </a:lnTo>
                  <a:lnTo>
                    <a:pt x="4327" y="2168"/>
                  </a:lnTo>
                  <a:lnTo>
                    <a:pt x="4327" y="1891"/>
                  </a:lnTo>
                  <a:lnTo>
                    <a:pt x="4595" y="1891"/>
                  </a:lnTo>
                  <a:lnTo>
                    <a:pt x="4595" y="1624"/>
                  </a:lnTo>
                  <a:lnTo>
                    <a:pt x="4327" y="1624"/>
                  </a:lnTo>
                  <a:lnTo>
                    <a:pt x="4327" y="1356"/>
                  </a:lnTo>
                  <a:lnTo>
                    <a:pt x="4595" y="1356"/>
                  </a:lnTo>
                  <a:lnTo>
                    <a:pt x="4595" y="1080"/>
                  </a:lnTo>
                  <a:lnTo>
                    <a:pt x="4327" y="1080"/>
                  </a:lnTo>
                  <a:lnTo>
                    <a:pt x="4327" y="81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532" name="Google Shape;532;p36">
            <a:extLst>
              <a:ext uri="{FF2B5EF4-FFF2-40B4-BE49-F238E27FC236}">
                <a16:creationId xmlns:a16="http://schemas.microsoft.com/office/drawing/2014/main" id="{708EBA09-1627-ABC5-19E4-8A3DEAEEB768}"/>
              </a:ext>
            </a:extLst>
          </p:cNvPr>
          <p:cNvGrpSpPr/>
          <p:nvPr/>
        </p:nvGrpSpPr>
        <p:grpSpPr>
          <a:xfrm>
            <a:off x="1225838" y="3089673"/>
            <a:ext cx="377072" cy="379976"/>
            <a:chOff x="1118194" y="3337276"/>
            <a:chExt cx="483736" cy="487461"/>
          </a:xfrm>
        </p:grpSpPr>
        <p:sp>
          <p:nvSpPr>
            <p:cNvPr id="533" name="Google Shape;533;p36">
              <a:extLst>
                <a:ext uri="{FF2B5EF4-FFF2-40B4-BE49-F238E27FC236}">
                  <a16:creationId xmlns:a16="http://schemas.microsoft.com/office/drawing/2014/main" id="{8761F860-33FC-E6A2-7696-0AD0DB65E678}"/>
                </a:ext>
              </a:extLst>
            </p:cNvPr>
            <p:cNvSpPr/>
            <p:nvPr/>
          </p:nvSpPr>
          <p:spPr>
            <a:xfrm>
              <a:off x="1245918" y="3466909"/>
              <a:ext cx="228183" cy="229144"/>
            </a:xfrm>
            <a:custGeom>
              <a:avLst/>
              <a:gdLst/>
              <a:ahLst/>
              <a:cxnLst/>
              <a:rect l="l" t="t" r="r" b="b"/>
              <a:pathLst>
                <a:path w="2151" h="2160" extrusionOk="0">
                  <a:moveTo>
                    <a:pt x="1749" y="1615"/>
                  </a:moveTo>
                  <a:lnTo>
                    <a:pt x="1482" y="1615"/>
                  </a:lnTo>
                  <a:lnTo>
                    <a:pt x="1482" y="536"/>
                  </a:lnTo>
                  <a:lnTo>
                    <a:pt x="1749" y="536"/>
                  </a:lnTo>
                  <a:close/>
                  <a:moveTo>
                    <a:pt x="1214" y="1615"/>
                  </a:moveTo>
                  <a:lnTo>
                    <a:pt x="937" y="1615"/>
                  </a:lnTo>
                  <a:lnTo>
                    <a:pt x="937" y="1348"/>
                  </a:lnTo>
                  <a:lnTo>
                    <a:pt x="670" y="1348"/>
                  </a:lnTo>
                  <a:lnTo>
                    <a:pt x="670" y="1615"/>
                  </a:lnTo>
                  <a:lnTo>
                    <a:pt x="402" y="1615"/>
                  </a:lnTo>
                  <a:lnTo>
                    <a:pt x="402" y="536"/>
                  </a:lnTo>
                  <a:lnTo>
                    <a:pt x="1214" y="536"/>
                  </a:lnTo>
                  <a:close/>
                  <a:moveTo>
                    <a:pt x="1071" y="1"/>
                  </a:moveTo>
                  <a:cubicBezTo>
                    <a:pt x="482" y="1"/>
                    <a:pt x="1" y="491"/>
                    <a:pt x="1" y="1080"/>
                  </a:cubicBezTo>
                  <a:cubicBezTo>
                    <a:pt x="1" y="1678"/>
                    <a:pt x="482" y="2159"/>
                    <a:pt x="1071" y="2159"/>
                  </a:cubicBezTo>
                  <a:cubicBezTo>
                    <a:pt x="1669" y="2159"/>
                    <a:pt x="2151" y="1678"/>
                    <a:pt x="2151" y="1080"/>
                  </a:cubicBezTo>
                  <a:cubicBezTo>
                    <a:pt x="2151" y="491"/>
                    <a:pt x="1669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4" name="Google Shape;534;p36">
              <a:extLst>
                <a:ext uri="{FF2B5EF4-FFF2-40B4-BE49-F238E27FC236}">
                  <a16:creationId xmlns:a16="http://schemas.microsoft.com/office/drawing/2014/main" id="{6CA5317A-F494-5A16-2F38-73230596F45A}"/>
                </a:ext>
              </a:extLst>
            </p:cNvPr>
            <p:cNvSpPr/>
            <p:nvPr/>
          </p:nvSpPr>
          <p:spPr>
            <a:xfrm>
              <a:off x="1316888" y="3553049"/>
              <a:ext cx="28536" cy="28431"/>
            </a:xfrm>
            <a:custGeom>
              <a:avLst/>
              <a:gdLst/>
              <a:ahLst/>
              <a:cxnLst/>
              <a:rect l="l" t="t" r="r" b="b"/>
              <a:pathLst>
                <a:path w="269" h="268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5" name="Google Shape;535;p36">
              <a:extLst>
                <a:ext uri="{FF2B5EF4-FFF2-40B4-BE49-F238E27FC236}">
                  <a16:creationId xmlns:a16="http://schemas.microsoft.com/office/drawing/2014/main" id="{DE057471-AACE-C1BC-6999-885849AE2D2F}"/>
                </a:ext>
              </a:extLst>
            </p:cNvPr>
            <p:cNvSpPr/>
            <p:nvPr/>
          </p:nvSpPr>
          <p:spPr>
            <a:xfrm>
              <a:off x="1118194" y="3337276"/>
              <a:ext cx="483736" cy="487461"/>
            </a:xfrm>
            <a:custGeom>
              <a:avLst/>
              <a:gdLst/>
              <a:ahLst/>
              <a:cxnLst/>
              <a:rect l="l" t="t" r="r" b="b"/>
              <a:pathLst>
                <a:path w="4560" h="4595" extrusionOk="0">
                  <a:moveTo>
                    <a:pt x="3622" y="2302"/>
                  </a:moveTo>
                  <a:cubicBezTo>
                    <a:pt x="3622" y="3042"/>
                    <a:pt x="3025" y="3649"/>
                    <a:pt x="2275" y="3649"/>
                  </a:cubicBezTo>
                  <a:cubicBezTo>
                    <a:pt x="1535" y="3649"/>
                    <a:pt x="937" y="3042"/>
                    <a:pt x="937" y="2302"/>
                  </a:cubicBezTo>
                  <a:cubicBezTo>
                    <a:pt x="937" y="1562"/>
                    <a:pt x="1535" y="955"/>
                    <a:pt x="2275" y="955"/>
                  </a:cubicBezTo>
                  <a:cubicBezTo>
                    <a:pt x="3025" y="955"/>
                    <a:pt x="3622" y="1562"/>
                    <a:pt x="3622" y="2302"/>
                  </a:cubicBezTo>
                  <a:close/>
                  <a:moveTo>
                    <a:pt x="4158" y="2302"/>
                  </a:moveTo>
                  <a:cubicBezTo>
                    <a:pt x="4158" y="2213"/>
                    <a:pt x="4158" y="2132"/>
                    <a:pt x="4149" y="2043"/>
                  </a:cubicBezTo>
                  <a:lnTo>
                    <a:pt x="4559" y="1651"/>
                  </a:lnTo>
                  <a:lnTo>
                    <a:pt x="3979" y="652"/>
                  </a:lnTo>
                  <a:lnTo>
                    <a:pt x="3435" y="812"/>
                  </a:lnTo>
                  <a:cubicBezTo>
                    <a:pt x="3292" y="705"/>
                    <a:pt x="3150" y="616"/>
                    <a:pt x="2989" y="553"/>
                  </a:cubicBezTo>
                  <a:lnTo>
                    <a:pt x="2855" y="0"/>
                  </a:lnTo>
                  <a:lnTo>
                    <a:pt x="1704" y="0"/>
                  </a:lnTo>
                  <a:lnTo>
                    <a:pt x="1562" y="553"/>
                  </a:lnTo>
                  <a:cubicBezTo>
                    <a:pt x="1410" y="616"/>
                    <a:pt x="1258" y="705"/>
                    <a:pt x="1124" y="812"/>
                  </a:cubicBezTo>
                  <a:lnTo>
                    <a:pt x="580" y="652"/>
                  </a:lnTo>
                  <a:lnTo>
                    <a:pt x="0" y="1651"/>
                  </a:lnTo>
                  <a:lnTo>
                    <a:pt x="411" y="2043"/>
                  </a:lnTo>
                  <a:cubicBezTo>
                    <a:pt x="402" y="2132"/>
                    <a:pt x="393" y="2213"/>
                    <a:pt x="393" y="2302"/>
                  </a:cubicBezTo>
                  <a:cubicBezTo>
                    <a:pt x="393" y="2382"/>
                    <a:pt x="402" y="2471"/>
                    <a:pt x="411" y="2552"/>
                  </a:cubicBezTo>
                  <a:lnTo>
                    <a:pt x="0" y="2944"/>
                  </a:lnTo>
                  <a:lnTo>
                    <a:pt x="580" y="3943"/>
                  </a:lnTo>
                  <a:lnTo>
                    <a:pt x="1124" y="3792"/>
                  </a:lnTo>
                  <a:cubicBezTo>
                    <a:pt x="1258" y="3890"/>
                    <a:pt x="1410" y="3979"/>
                    <a:pt x="1562" y="4042"/>
                  </a:cubicBezTo>
                  <a:lnTo>
                    <a:pt x="1704" y="4595"/>
                  </a:lnTo>
                  <a:lnTo>
                    <a:pt x="2855" y="4595"/>
                  </a:lnTo>
                  <a:lnTo>
                    <a:pt x="2989" y="4042"/>
                  </a:lnTo>
                  <a:cubicBezTo>
                    <a:pt x="3150" y="3979"/>
                    <a:pt x="3292" y="3890"/>
                    <a:pt x="3435" y="3792"/>
                  </a:cubicBezTo>
                  <a:lnTo>
                    <a:pt x="3979" y="3943"/>
                  </a:lnTo>
                  <a:lnTo>
                    <a:pt x="4559" y="2944"/>
                  </a:lnTo>
                  <a:lnTo>
                    <a:pt x="4149" y="2552"/>
                  </a:lnTo>
                  <a:cubicBezTo>
                    <a:pt x="4158" y="2471"/>
                    <a:pt x="4158" y="2382"/>
                    <a:pt x="4158" y="23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536" name="Google Shape;536;p36">
            <a:extLst>
              <a:ext uri="{FF2B5EF4-FFF2-40B4-BE49-F238E27FC236}">
                <a16:creationId xmlns:a16="http://schemas.microsoft.com/office/drawing/2014/main" id="{9429BCB2-1203-CC66-CA8A-CBC241BC05A0}"/>
              </a:ext>
            </a:extLst>
          </p:cNvPr>
          <p:cNvGrpSpPr/>
          <p:nvPr/>
        </p:nvGrpSpPr>
        <p:grpSpPr>
          <a:xfrm>
            <a:off x="1222861" y="3898121"/>
            <a:ext cx="382199" cy="380717"/>
            <a:chOff x="1114375" y="3933464"/>
            <a:chExt cx="490313" cy="488412"/>
          </a:xfrm>
        </p:grpSpPr>
        <p:sp>
          <p:nvSpPr>
            <p:cNvPr id="537" name="Google Shape;537;p36">
              <a:extLst>
                <a:ext uri="{FF2B5EF4-FFF2-40B4-BE49-F238E27FC236}">
                  <a16:creationId xmlns:a16="http://schemas.microsoft.com/office/drawing/2014/main" id="{74F16237-9D44-0DF0-502D-C75120C2990D}"/>
                </a:ext>
              </a:extLst>
            </p:cNvPr>
            <p:cNvSpPr/>
            <p:nvPr/>
          </p:nvSpPr>
          <p:spPr>
            <a:xfrm>
              <a:off x="1316888" y="4019604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8" name="Google Shape;538;p36">
              <a:extLst>
                <a:ext uri="{FF2B5EF4-FFF2-40B4-BE49-F238E27FC236}">
                  <a16:creationId xmlns:a16="http://schemas.microsoft.com/office/drawing/2014/main" id="{A01F78C5-92BC-6141-039E-19CE74462C91}"/>
                </a:ext>
              </a:extLst>
            </p:cNvPr>
            <p:cNvSpPr/>
            <p:nvPr/>
          </p:nvSpPr>
          <p:spPr>
            <a:xfrm>
              <a:off x="1187254" y="3933464"/>
              <a:ext cx="344556" cy="202622"/>
            </a:xfrm>
            <a:custGeom>
              <a:avLst/>
              <a:gdLst/>
              <a:ahLst/>
              <a:cxnLst/>
              <a:rect l="l" t="t" r="r" b="b"/>
              <a:pathLst>
                <a:path w="3248" h="1910" extrusionOk="0">
                  <a:moveTo>
                    <a:pt x="2302" y="1615"/>
                  </a:moveTo>
                  <a:lnTo>
                    <a:pt x="2035" y="1615"/>
                  </a:lnTo>
                  <a:lnTo>
                    <a:pt x="2035" y="545"/>
                  </a:lnTo>
                  <a:lnTo>
                    <a:pt x="2302" y="545"/>
                  </a:lnTo>
                  <a:close/>
                  <a:moveTo>
                    <a:pt x="1758" y="1615"/>
                  </a:moveTo>
                  <a:lnTo>
                    <a:pt x="1490" y="1615"/>
                  </a:lnTo>
                  <a:lnTo>
                    <a:pt x="1490" y="1348"/>
                  </a:lnTo>
                  <a:lnTo>
                    <a:pt x="1223" y="1348"/>
                  </a:lnTo>
                  <a:lnTo>
                    <a:pt x="1223" y="1615"/>
                  </a:lnTo>
                  <a:lnTo>
                    <a:pt x="955" y="1615"/>
                  </a:lnTo>
                  <a:lnTo>
                    <a:pt x="955" y="545"/>
                  </a:lnTo>
                  <a:lnTo>
                    <a:pt x="1758" y="545"/>
                  </a:lnTo>
                  <a:close/>
                  <a:moveTo>
                    <a:pt x="3248" y="1"/>
                  </a:moveTo>
                  <a:lnTo>
                    <a:pt x="1" y="1"/>
                  </a:lnTo>
                  <a:lnTo>
                    <a:pt x="1" y="1910"/>
                  </a:lnTo>
                  <a:lnTo>
                    <a:pt x="3248" y="191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39" name="Google Shape;539;p36">
              <a:extLst>
                <a:ext uri="{FF2B5EF4-FFF2-40B4-BE49-F238E27FC236}">
                  <a16:creationId xmlns:a16="http://schemas.microsoft.com/office/drawing/2014/main" id="{124D3789-0C8F-E0F3-7F0F-4EDE6FC92E7D}"/>
                </a:ext>
              </a:extLst>
            </p:cNvPr>
            <p:cNvSpPr/>
            <p:nvPr/>
          </p:nvSpPr>
          <p:spPr>
            <a:xfrm>
              <a:off x="1114375" y="4164407"/>
              <a:ext cx="490313" cy="257468"/>
            </a:xfrm>
            <a:custGeom>
              <a:avLst/>
              <a:gdLst/>
              <a:ahLst/>
              <a:cxnLst/>
              <a:rect l="l" t="t" r="r" b="b"/>
              <a:pathLst>
                <a:path w="4622" h="2427" extrusionOk="0">
                  <a:moveTo>
                    <a:pt x="4069" y="1338"/>
                  </a:moveTo>
                  <a:cubicBezTo>
                    <a:pt x="3819" y="1338"/>
                    <a:pt x="3614" y="1517"/>
                    <a:pt x="3551" y="1749"/>
                  </a:cubicBezTo>
                  <a:lnTo>
                    <a:pt x="2838" y="1749"/>
                  </a:lnTo>
                  <a:cubicBezTo>
                    <a:pt x="2784" y="1561"/>
                    <a:pt x="2641" y="1410"/>
                    <a:pt x="2445" y="1356"/>
                  </a:cubicBezTo>
                  <a:lnTo>
                    <a:pt x="2445" y="536"/>
                  </a:lnTo>
                  <a:lnTo>
                    <a:pt x="4203" y="536"/>
                  </a:lnTo>
                  <a:lnTo>
                    <a:pt x="4203" y="0"/>
                  </a:lnTo>
                  <a:lnTo>
                    <a:pt x="420" y="0"/>
                  </a:lnTo>
                  <a:lnTo>
                    <a:pt x="420" y="536"/>
                  </a:lnTo>
                  <a:lnTo>
                    <a:pt x="2177" y="536"/>
                  </a:lnTo>
                  <a:lnTo>
                    <a:pt x="2177" y="1356"/>
                  </a:lnTo>
                  <a:cubicBezTo>
                    <a:pt x="1990" y="1410"/>
                    <a:pt x="1838" y="1561"/>
                    <a:pt x="1794" y="1749"/>
                  </a:cubicBezTo>
                  <a:lnTo>
                    <a:pt x="1080" y="1749"/>
                  </a:lnTo>
                  <a:cubicBezTo>
                    <a:pt x="1018" y="1508"/>
                    <a:pt x="795" y="1330"/>
                    <a:pt x="527" y="1347"/>
                  </a:cubicBezTo>
                  <a:cubicBezTo>
                    <a:pt x="259" y="1356"/>
                    <a:pt x="36" y="1579"/>
                    <a:pt x="19" y="1856"/>
                  </a:cubicBezTo>
                  <a:cubicBezTo>
                    <a:pt x="1" y="2159"/>
                    <a:pt x="250" y="2418"/>
                    <a:pt x="554" y="2418"/>
                  </a:cubicBezTo>
                  <a:cubicBezTo>
                    <a:pt x="804" y="2418"/>
                    <a:pt x="1018" y="2248"/>
                    <a:pt x="1080" y="2016"/>
                  </a:cubicBezTo>
                  <a:lnTo>
                    <a:pt x="1794" y="2016"/>
                  </a:lnTo>
                  <a:cubicBezTo>
                    <a:pt x="1856" y="2248"/>
                    <a:pt x="2061" y="2418"/>
                    <a:pt x="2311" y="2418"/>
                  </a:cubicBezTo>
                  <a:cubicBezTo>
                    <a:pt x="2561" y="2418"/>
                    <a:pt x="2775" y="2248"/>
                    <a:pt x="2838" y="2016"/>
                  </a:cubicBezTo>
                  <a:lnTo>
                    <a:pt x="3551" y="2016"/>
                  </a:lnTo>
                  <a:cubicBezTo>
                    <a:pt x="3614" y="2257"/>
                    <a:pt x="3837" y="2427"/>
                    <a:pt x="4095" y="2418"/>
                  </a:cubicBezTo>
                  <a:cubicBezTo>
                    <a:pt x="4372" y="2409"/>
                    <a:pt x="4595" y="2186"/>
                    <a:pt x="4613" y="1909"/>
                  </a:cubicBezTo>
                  <a:cubicBezTo>
                    <a:pt x="4622" y="1597"/>
                    <a:pt x="4381" y="1338"/>
                    <a:pt x="4069" y="13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1BE9A25-F4B5-7914-AF75-2D3E9BA8A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7776" y="1337190"/>
            <a:ext cx="623315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noProof="0" dirty="0">
                <a:solidFill>
                  <a:schemeClr val="dk1"/>
                </a:solidFill>
                <a:latin typeface="Maven Pro"/>
              </a:rPr>
              <a:t>Artificial intelligence has already transformed work, personal life, and urban environments, offering efficiency, comfort, and improved wellbeing.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GB" noProof="0" dirty="0">
              <a:solidFill>
                <a:schemeClr val="dk1"/>
              </a:solidFill>
              <a:latin typeface="Maven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noProof="0" dirty="0">
                <a:solidFill>
                  <a:schemeClr val="dk1"/>
                </a:solidFill>
                <a:latin typeface="Maven Pro"/>
              </a:rPr>
              <a:t>At the same time, AI raises serious challenges, including job displacement, economic inequality, privacy concerns, ethical issues, dependence on technology, and environmental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GB" noProof="0" dirty="0">
              <a:solidFill>
                <a:schemeClr val="dk1"/>
              </a:solidFill>
              <a:latin typeface="Maven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noProof="0" dirty="0">
                <a:solidFill>
                  <a:schemeClr val="dk1"/>
                </a:solidFill>
                <a:latin typeface="Maven Pro"/>
              </a:rPr>
              <a:t>The impact of AI on everyday life is complex, combining progress with risk and responsibility.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GB" noProof="0" dirty="0">
              <a:solidFill>
                <a:schemeClr val="dk1"/>
              </a:solidFill>
              <a:latin typeface="Maven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noProof="0" dirty="0">
                <a:solidFill>
                  <a:schemeClr val="dk1"/>
                </a:solidFill>
                <a:latin typeface="Maven Pro"/>
              </a:rPr>
              <a:t>The future of AI will depend on finding a balance between innovation and ethical use, ensuring that technology supports human values rather than replacing them.</a:t>
            </a:r>
          </a:p>
        </p:txBody>
      </p:sp>
    </p:spTree>
    <p:extLst>
      <p:ext uri="{BB962C8B-B14F-4D97-AF65-F5344CB8AC3E}">
        <p14:creationId xmlns:p14="http://schemas.microsoft.com/office/powerpoint/2010/main" val="237988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51"/>
          <p:cNvSpPr txBox="1">
            <a:spLocks noGrp="1"/>
          </p:cNvSpPr>
          <p:nvPr>
            <p:ph type="body" idx="1"/>
          </p:nvPr>
        </p:nvSpPr>
        <p:spPr>
          <a:xfrm>
            <a:off x="628560" y="824160"/>
            <a:ext cx="7704000" cy="38079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GB" sz="1400" b="1" dirty="0">
                <a:cs typeface="Arial"/>
                <a:sym typeface="Arial"/>
              </a:rPr>
              <a:t>1) Fry, Hannah </a:t>
            </a:r>
            <a:r>
              <a:rPr lang="en-GB" sz="1400" dirty="0">
                <a:cs typeface="Arial"/>
                <a:sym typeface="Arial"/>
              </a:rPr>
              <a:t>— </a:t>
            </a:r>
            <a:r>
              <a:rPr lang="en-GB" sz="1400" i="1" dirty="0">
                <a:cs typeface="Arial"/>
                <a:sym typeface="Arial"/>
              </a:rPr>
              <a:t>Hello World</a:t>
            </a:r>
            <a:r>
              <a:rPr lang="en-GB" sz="1400" dirty="0">
                <a:cs typeface="Arial"/>
                <a:sym typeface="Arial"/>
              </a:rPr>
              <a:t>: How to Be Human in the Age of the Machine, Black Swan (Transworld Publishers), London, 2018 </a:t>
            </a:r>
          </a:p>
          <a:p>
            <a:pPr marL="152400" indent="0">
              <a:buNone/>
            </a:pPr>
            <a:endParaRPr lang="en-GB" sz="1400" dirty="0">
              <a:cs typeface="Arial"/>
              <a:sym typeface="Arial"/>
            </a:endParaRPr>
          </a:p>
          <a:p>
            <a:pPr marL="152400" indent="0">
              <a:buNone/>
            </a:pPr>
            <a:r>
              <a:rPr lang="en-GB" sz="1400" b="1" dirty="0">
                <a:cs typeface="Arial"/>
                <a:sym typeface="Arial"/>
              </a:rPr>
              <a:t>2) </a:t>
            </a:r>
            <a:r>
              <a:rPr lang="en-GB" sz="1400" b="1" dirty="0" err="1">
                <a:cs typeface="Arial"/>
                <a:sym typeface="Arial"/>
              </a:rPr>
              <a:t>Tegmark</a:t>
            </a:r>
            <a:r>
              <a:rPr lang="en-GB" sz="1400" b="1" dirty="0">
                <a:cs typeface="Arial"/>
                <a:sym typeface="Arial"/>
              </a:rPr>
              <a:t>, Max </a:t>
            </a:r>
            <a:r>
              <a:rPr lang="en-GB" sz="1400" dirty="0">
                <a:cs typeface="Arial"/>
                <a:sym typeface="Arial"/>
              </a:rPr>
              <a:t>— </a:t>
            </a:r>
            <a:r>
              <a:rPr lang="en-GB" sz="1400" i="1" dirty="0">
                <a:cs typeface="Arial"/>
                <a:sym typeface="Arial"/>
              </a:rPr>
              <a:t>Life 3.0</a:t>
            </a:r>
            <a:r>
              <a:rPr lang="en-GB" sz="1400" dirty="0">
                <a:cs typeface="Arial"/>
                <a:sym typeface="Arial"/>
              </a:rPr>
              <a:t>: Being Human in the Age of Artificial Intelligence, Knopf, New York, 2017 </a:t>
            </a:r>
          </a:p>
          <a:p>
            <a:pPr marL="152400" indent="0">
              <a:buNone/>
            </a:pPr>
            <a:endParaRPr lang="en-GB" sz="1400" dirty="0">
              <a:cs typeface="Arial"/>
              <a:sym typeface="Arial"/>
            </a:endParaRPr>
          </a:p>
          <a:p>
            <a:pPr marL="152400" indent="0">
              <a:buNone/>
            </a:pPr>
            <a:r>
              <a:rPr lang="en-GB" sz="1400" b="1" dirty="0">
                <a:cs typeface="Arial"/>
                <a:sym typeface="Arial"/>
              </a:rPr>
              <a:t>3) Bostrom, Nick </a:t>
            </a:r>
            <a:r>
              <a:rPr lang="en-GB" sz="1400" dirty="0">
                <a:cs typeface="Arial"/>
                <a:sym typeface="Arial"/>
              </a:rPr>
              <a:t>— </a:t>
            </a:r>
            <a:r>
              <a:rPr lang="en-GB" sz="1400" i="1" dirty="0">
                <a:cs typeface="Arial"/>
                <a:sym typeface="Arial"/>
              </a:rPr>
              <a:t>Superintelligence</a:t>
            </a:r>
            <a:r>
              <a:rPr lang="en-GB" sz="1400" dirty="0">
                <a:cs typeface="Arial"/>
                <a:sym typeface="Arial"/>
              </a:rPr>
              <a:t>: Paths, Dangers, Strategies, Oxford University Press, Oxford, 2014 </a:t>
            </a:r>
          </a:p>
          <a:p>
            <a:pPr marL="152400" indent="0">
              <a:buNone/>
            </a:pPr>
            <a:endParaRPr lang="en-GB" sz="1400" dirty="0">
              <a:cs typeface="Arial"/>
              <a:sym typeface="Arial"/>
            </a:endParaRPr>
          </a:p>
          <a:p>
            <a:pPr marL="152400" indent="0">
              <a:buNone/>
            </a:pPr>
            <a:r>
              <a:rPr lang="en-GB" sz="1400" b="1" dirty="0">
                <a:cs typeface="Arial"/>
                <a:sym typeface="Arial"/>
              </a:rPr>
              <a:t>4) Kislev, Elyakim</a:t>
            </a:r>
            <a:r>
              <a:rPr lang="en-GB" sz="1400" dirty="0">
                <a:cs typeface="Arial"/>
                <a:sym typeface="Arial"/>
              </a:rPr>
              <a:t> — </a:t>
            </a:r>
            <a:r>
              <a:rPr lang="en-GB" sz="1400" i="1" dirty="0">
                <a:cs typeface="Arial"/>
                <a:sym typeface="Arial"/>
              </a:rPr>
              <a:t>Relationships 5.0</a:t>
            </a:r>
            <a:r>
              <a:rPr lang="en-GB" sz="1400" dirty="0">
                <a:cs typeface="Arial"/>
                <a:sym typeface="Arial"/>
              </a:rPr>
              <a:t>: How AI, VR, and Robots Will Reshape Our Emotional Lives, Oxford University Press, Oxford, 2022 </a:t>
            </a:r>
          </a:p>
          <a:p>
            <a:pPr marL="152400" indent="0">
              <a:buNone/>
            </a:pPr>
            <a:endParaRPr lang="en-GB" sz="1400" dirty="0">
              <a:cs typeface="Arial"/>
              <a:sym typeface="Arial"/>
            </a:endParaRPr>
          </a:p>
          <a:p>
            <a:pPr marL="152400" indent="0">
              <a:buNone/>
            </a:pPr>
            <a:r>
              <a:rPr lang="en-GB" sz="1400" b="1" dirty="0">
                <a:cs typeface="Arial"/>
                <a:sym typeface="Arial"/>
              </a:rPr>
              <a:t>5) Gunkel, David J.</a:t>
            </a:r>
            <a:r>
              <a:rPr lang="en-GB" sz="1400" dirty="0">
                <a:cs typeface="Arial"/>
                <a:sym typeface="Arial"/>
              </a:rPr>
              <a:t> — </a:t>
            </a:r>
            <a:r>
              <a:rPr lang="en-GB" sz="1400" i="1" dirty="0">
                <a:cs typeface="Arial"/>
                <a:sym typeface="Arial"/>
              </a:rPr>
              <a:t>The Machine Question: Critical Perspectives on AI, Robots, and Ethics, MIT Press, Cambridge (MA), 2012 </a:t>
            </a:r>
          </a:p>
          <a:p>
            <a:pPr marL="152400" indent="0">
              <a:buNone/>
            </a:pPr>
            <a:endParaRPr lang="en-GB" sz="1400" dirty="0">
              <a:cs typeface="Arial"/>
              <a:sym typeface="Arial"/>
            </a:endParaRPr>
          </a:p>
          <a:p>
            <a:pPr marL="152400" indent="0">
              <a:buNone/>
            </a:pPr>
            <a:r>
              <a:rPr lang="en-GB" sz="1400" b="1" dirty="0">
                <a:cs typeface="Arial"/>
                <a:sym typeface="Arial"/>
              </a:rPr>
              <a:t>6) Lee, Kai-Fu &amp; </a:t>
            </a:r>
            <a:r>
              <a:rPr lang="en-GB" sz="1400" b="1" dirty="0" err="1">
                <a:cs typeface="Arial"/>
                <a:sym typeface="Arial"/>
              </a:rPr>
              <a:t>Qiufan</a:t>
            </a:r>
            <a:r>
              <a:rPr lang="en-GB" sz="1400" b="1" dirty="0">
                <a:cs typeface="Arial"/>
                <a:sym typeface="Arial"/>
              </a:rPr>
              <a:t>, Chen</a:t>
            </a:r>
            <a:r>
              <a:rPr lang="en-GB" sz="1400" dirty="0">
                <a:cs typeface="Arial"/>
                <a:sym typeface="Arial"/>
              </a:rPr>
              <a:t> — </a:t>
            </a:r>
            <a:r>
              <a:rPr lang="en-GB" sz="1400" i="1" dirty="0">
                <a:cs typeface="Arial"/>
                <a:sym typeface="Arial"/>
              </a:rPr>
              <a:t>AI 2041</a:t>
            </a:r>
            <a:r>
              <a:rPr lang="en-GB" sz="1400" dirty="0">
                <a:cs typeface="Arial"/>
                <a:sym typeface="Arial"/>
              </a:rPr>
              <a:t>: Ten Visions for Our Future, HarperCollins, New York, 2021</a:t>
            </a:r>
          </a:p>
        </p:txBody>
      </p:sp>
      <p:sp>
        <p:nvSpPr>
          <p:cNvPr id="1339" name="Google Shape;1339;p51"/>
          <p:cNvSpPr txBox="1">
            <a:spLocks noGrp="1"/>
          </p:cNvSpPr>
          <p:nvPr>
            <p:ph type="title"/>
          </p:nvPr>
        </p:nvSpPr>
        <p:spPr>
          <a:xfrm>
            <a:off x="2794590" y="251460"/>
            <a:ext cx="35548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noProof="0" dirty="0"/>
              <a:t>Bibliography</a:t>
            </a:r>
            <a:r>
              <a:rPr lang="en-GB" noProof="0" dirty="0"/>
              <a:t>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9"/>
          <p:cNvSpPr txBox="1">
            <a:spLocks noGrp="1"/>
          </p:cNvSpPr>
          <p:nvPr>
            <p:ph type="title"/>
          </p:nvPr>
        </p:nvSpPr>
        <p:spPr>
          <a:xfrm>
            <a:off x="1727901" y="3129009"/>
            <a:ext cx="6030305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0" b="1" noProof="0" dirty="0">
                <a:solidFill>
                  <a:schemeClr val="accent1">
                    <a:lumMod val="25000"/>
                    <a:lumOff val="75000"/>
                  </a:schemeClr>
                </a:solidFill>
              </a:rPr>
              <a:t>Thank </a:t>
            </a:r>
            <a:r>
              <a:rPr lang="en-GB" sz="6600" b="1" noProof="0" dirty="0"/>
              <a:t>You</a:t>
            </a:r>
            <a:r>
              <a:rPr lang="en-GB" sz="6600" noProof="0" dirty="0"/>
              <a:t>_</a:t>
            </a:r>
          </a:p>
        </p:txBody>
      </p:sp>
      <p:sp>
        <p:nvSpPr>
          <p:cNvPr id="590" name="Google Shape;590;p39"/>
          <p:cNvSpPr/>
          <p:nvPr/>
        </p:nvSpPr>
        <p:spPr>
          <a:xfrm rot="-25">
            <a:off x="2936974" y="-54960"/>
            <a:ext cx="3270024" cy="3270427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8134EC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91" name="Google Shape;591;p39"/>
          <p:cNvSpPr/>
          <p:nvPr/>
        </p:nvSpPr>
        <p:spPr>
          <a:xfrm rot="1251472">
            <a:off x="5012525" y="1984842"/>
            <a:ext cx="893540" cy="963017"/>
          </a:xfrm>
          <a:custGeom>
            <a:avLst/>
            <a:gdLst/>
            <a:ahLst/>
            <a:cxnLst/>
            <a:rect l="l" t="t" r="r" b="b"/>
            <a:pathLst>
              <a:path w="3794" h="4089" extrusionOk="0">
                <a:moveTo>
                  <a:pt x="2766" y="0"/>
                </a:moveTo>
                <a:cubicBezTo>
                  <a:pt x="3584" y="1330"/>
                  <a:pt x="3555" y="4077"/>
                  <a:pt x="453" y="4077"/>
                </a:cubicBezTo>
                <a:cubicBezTo>
                  <a:pt x="309" y="4077"/>
                  <a:pt x="158" y="4071"/>
                  <a:pt x="0" y="4059"/>
                </a:cubicBezTo>
                <a:lnTo>
                  <a:pt x="0" y="4059"/>
                </a:lnTo>
                <a:cubicBezTo>
                  <a:pt x="215" y="4079"/>
                  <a:pt x="416" y="4089"/>
                  <a:pt x="606" y="4089"/>
                </a:cubicBezTo>
                <a:cubicBezTo>
                  <a:pt x="3794" y="4089"/>
                  <a:pt x="3574" y="1314"/>
                  <a:pt x="276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14288" dist="9525" algn="bl" rotWithShape="0">
              <a:schemeClr val="dk1">
                <a:alpha val="6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92" name="Google Shape;592;p39"/>
          <p:cNvSpPr/>
          <p:nvPr/>
        </p:nvSpPr>
        <p:spPr>
          <a:xfrm rot="1251472">
            <a:off x="3022881" y="467014"/>
            <a:ext cx="590669" cy="1042385"/>
          </a:xfrm>
          <a:custGeom>
            <a:avLst/>
            <a:gdLst/>
            <a:ahLst/>
            <a:cxnLst/>
            <a:rect l="l" t="t" r="r" b="b"/>
            <a:pathLst>
              <a:path w="2508" h="4426" extrusionOk="0">
                <a:moveTo>
                  <a:pt x="2266" y="1"/>
                </a:moveTo>
                <a:cubicBezTo>
                  <a:pt x="1517" y="366"/>
                  <a:pt x="152" y="2775"/>
                  <a:pt x="2507" y="4425"/>
                </a:cubicBezTo>
                <a:cubicBezTo>
                  <a:pt x="0" y="2802"/>
                  <a:pt x="1196" y="545"/>
                  <a:pt x="226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14288" dist="9525" algn="bl" rotWithShape="0">
              <a:schemeClr val="dk1">
                <a:alpha val="6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93" name="Google Shape;593;p39"/>
          <p:cNvSpPr/>
          <p:nvPr/>
        </p:nvSpPr>
        <p:spPr>
          <a:xfrm rot="1251472">
            <a:off x="3019688" y="1882163"/>
            <a:ext cx="1372340" cy="1168385"/>
          </a:xfrm>
          <a:custGeom>
            <a:avLst/>
            <a:gdLst/>
            <a:ahLst/>
            <a:cxnLst/>
            <a:rect l="l" t="t" r="r" b="b"/>
            <a:pathLst>
              <a:path w="5827" h="4961" extrusionOk="0">
                <a:moveTo>
                  <a:pt x="108" y="0"/>
                </a:moveTo>
                <a:cubicBezTo>
                  <a:pt x="10" y="1205"/>
                  <a:pt x="2017" y="4693"/>
                  <a:pt x="5826" y="2962"/>
                </a:cubicBezTo>
                <a:cubicBezTo>
                  <a:pt x="2249" y="4961"/>
                  <a:pt x="1" y="1740"/>
                  <a:pt x="108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14288" dist="9525" algn="bl" rotWithShape="0">
              <a:schemeClr val="dk1">
                <a:alpha val="6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94" name="Google Shape;594;p39"/>
          <p:cNvSpPr/>
          <p:nvPr/>
        </p:nvSpPr>
        <p:spPr>
          <a:xfrm rot="1251472">
            <a:off x="4697318" y="116513"/>
            <a:ext cx="1447705" cy="1065466"/>
          </a:xfrm>
          <a:custGeom>
            <a:avLst/>
            <a:gdLst/>
            <a:ahLst/>
            <a:cxnLst/>
            <a:rect l="l" t="t" r="r" b="b"/>
            <a:pathLst>
              <a:path w="6147" h="4524" extrusionOk="0">
                <a:moveTo>
                  <a:pt x="6147" y="4523"/>
                </a:moveTo>
                <a:cubicBezTo>
                  <a:pt x="6040" y="3319"/>
                  <a:pt x="3595" y="36"/>
                  <a:pt x="0" y="2587"/>
                </a:cubicBezTo>
                <a:cubicBezTo>
                  <a:pt x="3185" y="0"/>
                  <a:pt x="5951" y="2793"/>
                  <a:pt x="6147" y="45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14288" dist="9525" algn="bl" rotWithShape="0">
              <a:schemeClr val="dk1">
                <a:alpha val="6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595" name="Google Shape;595;p39"/>
          <p:cNvSpPr/>
          <p:nvPr/>
        </p:nvSpPr>
        <p:spPr>
          <a:xfrm rot="1251486">
            <a:off x="4512264" y="930665"/>
            <a:ext cx="655904" cy="283793"/>
          </a:xfrm>
          <a:custGeom>
            <a:avLst/>
            <a:gdLst/>
            <a:ahLst/>
            <a:cxnLst/>
            <a:rect l="l" t="t" r="r" b="b"/>
            <a:pathLst>
              <a:path w="2785" h="1205" extrusionOk="0">
                <a:moveTo>
                  <a:pt x="1" y="1205"/>
                </a:moveTo>
                <a:cubicBezTo>
                  <a:pt x="322" y="705"/>
                  <a:pt x="1731" y="179"/>
                  <a:pt x="2784" y="1169"/>
                </a:cubicBezTo>
                <a:cubicBezTo>
                  <a:pt x="1705" y="0"/>
                  <a:pt x="322" y="705"/>
                  <a:pt x="1" y="1205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14288" dist="9525" algn="bl" rotWithShape="0">
              <a:schemeClr val="dk1">
                <a:alpha val="6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grpSp>
        <p:nvGrpSpPr>
          <p:cNvPr id="596" name="Google Shape;596;p39"/>
          <p:cNvGrpSpPr/>
          <p:nvPr/>
        </p:nvGrpSpPr>
        <p:grpSpPr>
          <a:xfrm>
            <a:off x="3616799" y="576525"/>
            <a:ext cx="1910412" cy="1939739"/>
            <a:chOff x="7632185" y="2598958"/>
            <a:chExt cx="912850" cy="926863"/>
          </a:xfrm>
        </p:grpSpPr>
        <p:sp>
          <p:nvSpPr>
            <p:cNvPr id="597" name="Google Shape;597;p39"/>
            <p:cNvSpPr/>
            <p:nvPr/>
          </p:nvSpPr>
          <p:spPr>
            <a:xfrm>
              <a:off x="7973714" y="2949397"/>
              <a:ext cx="229797" cy="224599"/>
            </a:xfrm>
            <a:custGeom>
              <a:avLst/>
              <a:gdLst/>
              <a:ahLst/>
              <a:cxnLst/>
              <a:rect l="l" t="t" r="r" b="b"/>
              <a:pathLst>
                <a:path w="2785" h="2722" extrusionOk="0">
                  <a:moveTo>
                    <a:pt x="786" y="0"/>
                  </a:moveTo>
                  <a:cubicBezTo>
                    <a:pt x="349" y="0"/>
                    <a:pt x="1" y="357"/>
                    <a:pt x="1" y="794"/>
                  </a:cubicBezTo>
                  <a:lnTo>
                    <a:pt x="1" y="1927"/>
                  </a:lnTo>
                  <a:cubicBezTo>
                    <a:pt x="1" y="2364"/>
                    <a:pt x="349" y="2721"/>
                    <a:pt x="786" y="2721"/>
                  </a:cubicBezTo>
                  <a:lnTo>
                    <a:pt x="1999" y="2721"/>
                  </a:lnTo>
                  <a:cubicBezTo>
                    <a:pt x="2436" y="2721"/>
                    <a:pt x="2784" y="2364"/>
                    <a:pt x="2784" y="1927"/>
                  </a:cubicBezTo>
                  <a:lnTo>
                    <a:pt x="2784" y="794"/>
                  </a:lnTo>
                  <a:cubicBezTo>
                    <a:pt x="2784" y="357"/>
                    <a:pt x="2436" y="0"/>
                    <a:pt x="199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98" name="Google Shape;598;p39"/>
            <p:cNvSpPr/>
            <p:nvPr/>
          </p:nvSpPr>
          <p:spPr>
            <a:xfrm>
              <a:off x="8006885" y="2981742"/>
              <a:ext cx="163457" cy="159827"/>
            </a:xfrm>
            <a:custGeom>
              <a:avLst/>
              <a:gdLst/>
              <a:ahLst/>
              <a:cxnLst/>
              <a:rect l="l" t="t" r="r" b="b"/>
              <a:pathLst>
                <a:path w="1981" h="1937" extrusionOk="0">
                  <a:moveTo>
                    <a:pt x="562" y="1"/>
                  </a:moveTo>
                  <a:cubicBezTo>
                    <a:pt x="250" y="1"/>
                    <a:pt x="0" y="259"/>
                    <a:pt x="0" y="563"/>
                  </a:cubicBezTo>
                  <a:lnTo>
                    <a:pt x="0" y="1375"/>
                  </a:lnTo>
                  <a:cubicBezTo>
                    <a:pt x="0" y="1687"/>
                    <a:pt x="250" y="1937"/>
                    <a:pt x="562" y="1937"/>
                  </a:cubicBezTo>
                  <a:lnTo>
                    <a:pt x="1419" y="1937"/>
                  </a:lnTo>
                  <a:cubicBezTo>
                    <a:pt x="1731" y="1937"/>
                    <a:pt x="1981" y="1687"/>
                    <a:pt x="1981" y="1375"/>
                  </a:cubicBezTo>
                  <a:lnTo>
                    <a:pt x="1981" y="563"/>
                  </a:lnTo>
                  <a:cubicBezTo>
                    <a:pt x="1981" y="259"/>
                    <a:pt x="1731" y="1"/>
                    <a:pt x="141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599" name="Google Shape;599;p39"/>
            <p:cNvSpPr/>
            <p:nvPr/>
          </p:nvSpPr>
          <p:spPr>
            <a:xfrm>
              <a:off x="8203435" y="3115746"/>
              <a:ext cx="201743" cy="169398"/>
            </a:xfrm>
            <a:custGeom>
              <a:avLst/>
              <a:gdLst/>
              <a:ahLst/>
              <a:cxnLst/>
              <a:rect l="l" t="t" r="r" b="b"/>
              <a:pathLst>
                <a:path w="2445" h="2053" extrusionOk="0">
                  <a:moveTo>
                    <a:pt x="0" y="0"/>
                  </a:moveTo>
                  <a:lnTo>
                    <a:pt x="0" y="18"/>
                  </a:lnTo>
                  <a:lnTo>
                    <a:pt x="928" y="18"/>
                  </a:lnTo>
                  <a:lnTo>
                    <a:pt x="2427" y="1499"/>
                  </a:lnTo>
                  <a:lnTo>
                    <a:pt x="2427" y="2052"/>
                  </a:lnTo>
                  <a:lnTo>
                    <a:pt x="2445" y="2052"/>
                  </a:lnTo>
                  <a:lnTo>
                    <a:pt x="2445" y="1490"/>
                  </a:lnTo>
                  <a:lnTo>
                    <a:pt x="937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8173977" y="3193474"/>
              <a:ext cx="69228" cy="142004"/>
            </a:xfrm>
            <a:custGeom>
              <a:avLst/>
              <a:gdLst/>
              <a:ahLst/>
              <a:cxnLst/>
              <a:rect l="l" t="t" r="r" b="b"/>
              <a:pathLst>
                <a:path w="839" h="1721" extrusionOk="0">
                  <a:moveTo>
                    <a:pt x="61" y="1"/>
                  </a:moveTo>
                  <a:cubicBezTo>
                    <a:pt x="41" y="1"/>
                    <a:pt x="23" y="11"/>
                    <a:pt x="9" y="31"/>
                  </a:cubicBezTo>
                  <a:cubicBezTo>
                    <a:pt x="0" y="58"/>
                    <a:pt x="9" y="84"/>
                    <a:pt x="36" y="102"/>
                  </a:cubicBezTo>
                  <a:lnTo>
                    <a:pt x="54" y="102"/>
                  </a:lnTo>
                  <a:lnTo>
                    <a:pt x="54" y="218"/>
                  </a:lnTo>
                  <a:lnTo>
                    <a:pt x="768" y="932"/>
                  </a:lnTo>
                  <a:lnTo>
                    <a:pt x="768" y="1610"/>
                  </a:lnTo>
                  <a:cubicBezTo>
                    <a:pt x="750" y="1619"/>
                    <a:pt x="741" y="1628"/>
                    <a:pt x="732" y="1637"/>
                  </a:cubicBezTo>
                  <a:cubicBezTo>
                    <a:pt x="714" y="1663"/>
                    <a:pt x="732" y="1699"/>
                    <a:pt x="759" y="1717"/>
                  </a:cubicBezTo>
                  <a:cubicBezTo>
                    <a:pt x="765" y="1719"/>
                    <a:pt x="772" y="1720"/>
                    <a:pt x="779" y="1720"/>
                  </a:cubicBezTo>
                  <a:cubicBezTo>
                    <a:pt x="798" y="1720"/>
                    <a:pt x="817" y="1710"/>
                    <a:pt x="830" y="1690"/>
                  </a:cubicBezTo>
                  <a:cubicBezTo>
                    <a:pt x="839" y="1663"/>
                    <a:pt x="830" y="1628"/>
                    <a:pt x="803" y="1619"/>
                  </a:cubicBezTo>
                  <a:cubicBezTo>
                    <a:pt x="794" y="1619"/>
                    <a:pt x="794" y="1610"/>
                    <a:pt x="785" y="1610"/>
                  </a:cubicBezTo>
                  <a:lnTo>
                    <a:pt x="785" y="923"/>
                  </a:lnTo>
                  <a:lnTo>
                    <a:pt x="72" y="209"/>
                  </a:lnTo>
                  <a:lnTo>
                    <a:pt x="72" y="102"/>
                  </a:lnTo>
                  <a:cubicBezTo>
                    <a:pt x="81" y="102"/>
                    <a:pt x="99" y="93"/>
                    <a:pt x="107" y="75"/>
                  </a:cubicBezTo>
                  <a:cubicBezTo>
                    <a:pt x="125" y="49"/>
                    <a:pt x="107" y="22"/>
                    <a:pt x="81" y="4"/>
                  </a:cubicBezTo>
                  <a:cubicBezTo>
                    <a:pt x="74" y="2"/>
                    <a:pt x="67" y="1"/>
                    <a:pt x="61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8264496" y="2783708"/>
              <a:ext cx="112712" cy="103883"/>
            </a:xfrm>
            <a:custGeom>
              <a:avLst/>
              <a:gdLst/>
              <a:ahLst/>
              <a:cxnLst/>
              <a:rect l="l" t="t" r="r" b="b"/>
              <a:pathLst>
                <a:path w="1366" h="1259" extrusionOk="0">
                  <a:moveTo>
                    <a:pt x="90" y="1"/>
                  </a:moveTo>
                  <a:cubicBezTo>
                    <a:pt x="45" y="1"/>
                    <a:pt x="1" y="37"/>
                    <a:pt x="1" y="90"/>
                  </a:cubicBezTo>
                  <a:cubicBezTo>
                    <a:pt x="1" y="135"/>
                    <a:pt x="36" y="170"/>
                    <a:pt x="81" y="170"/>
                  </a:cubicBezTo>
                  <a:lnTo>
                    <a:pt x="81" y="536"/>
                  </a:lnTo>
                  <a:lnTo>
                    <a:pt x="768" y="1214"/>
                  </a:lnTo>
                  <a:lnTo>
                    <a:pt x="1259" y="1214"/>
                  </a:lnTo>
                  <a:cubicBezTo>
                    <a:pt x="1259" y="1241"/>
                    <a:pt x="1285" y="1259"/>
                    <a:pt x="1312" y="1259"/>
                  </a:cubicBezTo>
                  <a:cubicBezTo>
                    <a:pt x="1339" y="1259"/>
                    <a:pt x="1366" y="1241"/>
                    <a:pt x="1366" y="1205"/>
                  </a:cubicBezTo>
                  <a:cubicBezTo>
                    <a:pt x="1366" y="1179"/>
                    <a:pt x="1339" y="1152"/>
                    <a:pt x="1312" y="1152"/>
                  </a:cubicBezTo>
                  <a:cubicBezTo>
                    <a:pt x="1285" y="1152"/>
                    <a:pt x="1259" y="1179"/>
                    <a:pt x="1259" y="1196"/>
                  </a:cubicBezTo>
                  <a:lnTo>
                    <a:pt x="777" y="1196"/>
                  </a:lnTo>
                  <a:lnTo>
                    <a:pt x="99" y="527"/>
                  </a:lnTo>
                  <a:lnTo>
                    <a:pt x="99" y="170"/>
                  </a:lnTo>
                  <a:cubicBezTo>
                    <a:pt x="143" y="170"/>
                    <a:pt x="179" y="135"/>
                    <a:pt x="179" y="90"/>
                  </a:cubicBezTo>
                  <a:cubicBezTo>
                    <a:pt x="179" y="37"/>
                    <a:pt x="134" y="1"/>
                    <a:pt x="9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02" name="Google Shape;602;p39"/>
            <p:cNvSpPr/>
            <p:nvPr/>
          </p:nvSpPr>
          <p:spPr>
            <a:xfrm>
              <a:off x="8299069" y="2812423"/>
              <a:ext cx="74426" cy="50168"/>
            </a:xfrm>
            <a:custGeom>
              <a:avLst/>
              <a:gdLst/>
              <a:ahLst/>
              <a:cxnLst/>
              <a:rect l="l" t="t" r="r" b="b"/>
              <a:pathLst>
                <a:path w="902" h="608" extrusionOk="0">
                  <a:moveTo>
                    <a:pt x="54" y="1"/>
                  </a:moveTo>
                  <a:cubicBezTo>
                    <a:pt x="28" y="1"/>
                    <a:pt x="1" y="19"/>
                    <a:pt x="1" y="54"/>
                  </a:cubicBezTo>
                  <a:cubicBezTo>
                    <a:pt x="1" y="81"/>
                    <a:pt x="28" y="108"/>
                    <a:pt x="54" y="108"/>
                  </a:cubicBezTo>
                  <a:cubicBezTo>
                    <a:pt x="72" y="108"/>
                    <a:pt x="81" y="99"/>
                    <a:pt x="90" y="90"/>
                  </a:cubicBezTo>
                  <a:lnTo>
                    <a:pt x="554" y="563"/>
                  </a:lnTo>
                  <a:lnTo>
                    <a:pt x="804" y="563"/>
                  </a:lnTo>
                  <a:cubicBezTo>
                    <a:pt x="804" y="590"/>
                    <a:pt x="822" y="608"/>
                    <a:pt x="848" y="608"/>
                  </a:cubicBezTo>
                  <a:cubicBezTo>
                    <a:pt x="884" y="608"/>
                    <a:pt x="902" y="590"/>
                    <a:pt x="902" y="554"/>
                  </a:cubicBezTo>
                  <a:cubicBezTo>
                    <a:pt x="902" y="527"/>
                    <a:pt x="884" y="500"/>
                    <a:pt x="848" y="500"/>
                  </a:cubicBezTo>
                  <a:cubicBezTo>
                    <a:pt x="822" y="500"/>
                    <a:pt x="804" y="527"/>
                    <a:pt x="804" y="545"/>
                  </a:cubicBezTo>
                  <a:lnTo>
                    <a:pt x="563" y="545"/>
                  </a:lnTo>
                  <a:lnTo>
                    <a:pt x="99" y="81"/>
                  </a:lnTo>
                  <a:cubicBezTo>
                    <a:pt x="108" y="72"/>
                    <a:pt x="108" y="63"/>
                    <a:pt x="108" y="54"/>
                  </a:cubicBezTo>
                  <a:cubicBezTo>
                    <a:pt x="108" y="19"/>
                    <a:pt x="90" y="1"/>
                    <a:pt x="5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8184291" y="2833051"/>
              <a:ext cx="69971" cy="157599"/>
            </a:xfrm>
            <a:custGeom>
              <a:avLst/>
              <a:gdLst/>
              <a:ahLst/>
              <a:cxnLst/>
              <a:rect l="l" t="t" r="r" b="b"/>
              <a:pathLst>
                <a:path w="848" h="1910" extrusionOk="0">
                  <a:moveTo>
                    <a:pt x="54" y="1"/>
                  </a:moveTo>
                  <a:cubicBezTo>
                    <a:pt x="27" y="1"/>
                    <a:pt x="0" y="27"/>
                    <a:pt x="0" y="54"/>
                  </a:cubicBezTo>
                  <a:cubicBezTo>
                    <a:pt x="0" y="81"/>
                    <a:pt x="27" y="108"/>
                    <a:pt x="54" y="108"/>
                  </a:cubicBezTo>
                  <a:cubicBezTo>
                    <a:pt x="63" y="108"/>
                    <a:pt x="72" y="108"/>
                    <a:pt x="81" y="99"/>
                  </a:cubicBezTo>
                  <a:lnTo>
                    <a:pt x="830" y="857"/>
                  </a:lnTo>
                  <a:lnTo>
                    <a:pt x="830" y="1526"/>
                  </a:lnTo>
                  <a:lnTo>
                    <a:pt x="536" y="1812"/>
                  </a:lnTo>
                  <a:cubicBezTo>
                    <a:pt x="527" y="1803"/>
                    <a:pt x="518" y="1803"/>
                    <a:pt x="509" y="1803"/>
                  </a:cubicBezTo>
                  <a:cubicBezTo>
                    <a:pt x="473" y="1803"/>
                    <a:pt x="455" y="1821"/>
                    <a:pt x="455" y="1856"/>
                  </a:cubicBezTo>
                  <a:cubicBezTo>
                    <a:pt x="455" y="1883"/>
                    <a:pt x="473" y="1910"/>
                    <a:pt x="509" y="1910"/>
                  </a:cubicBezTo>
                  <a:cubicBezTo>
                    <a:pt x="536" y="1910"/>
                    <a:pt x="562" y="1883"/>
                    <a:pt x="562" y="1856"/>
                  </a:cubicBezTo>
                  <a:cubicBezTo>
                    <a:pt x="562" y="1838"/>
                    <a:pt x="553" y="1830"/>
                    <a:pt x="553" y="1821"/>
                  </a:cubicBezTo>
                  <a:lnTo>
                    <a:pt x="848" y="1535"/>
                  </a:lnTo>
                  <a:lnTo>
                    <a:pt x="848" y="848"/>
                  </a:lnTo>
                  <a:lnTo>
                    <a:pt x="839" y="839"/>
                  </a:lnTo>
                  <a:lnTo>
                    <a:pt x="98" y="90"/>
                  </a:lnTo>
                  <a:cubicBezTo>
                    <a:pt x="107" y="81"/>
                    <a:pt x="107" y="63"/>
                    <a:pt x="107" y="54"/>
                  </a:cubicBezTo>
                  <a:cubicBezTo>
                    <a:pt x="107" y="27"/>
                    <a:pt x="81" y="1"/>
                    <a:pt x="5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04" name="Google Shape;604;p39"/>
            <p:cNvSpPr/>
            <p:nvPr/>
          </p:nvSpPr>
          <p:spPr>
            <a:xfrm>
              <a:off x="8265238" y="3124575"/>
              <a:ext cx="122284" cy="148027"/>
            </a:xfrm>
            <a:custGeom>
              <a:avLst/>
              <a:gdLst/>
              <a:ahLst/>
              <a:cxnLst/>
              <a:rect l="l" t="t" r="r" b="b"/>
              <a:pathLst>
                <a:path w="1482" h="1794" extrusionOk="0">
                  <a:moveTo>
                    <a:pt x="54" y="0"/>
                  </a:moveTo>
                  <a:cubicBezTo>
                    <a:pt x="27" y="0"/>
                    <a:pt x="1" y="27"/>
                    <a:pt x="1" y="54"/>
                  </a:cubicBezTo>
                  <a:cubicBezTo>
                    <a:pt x="1" y="81"/>
                    <a:pt x="27" y="107"/>
                    <a:pt x="54" y="107"/>
                  </a:cubicBezTo>
                  <a:cubicBezTo>
                    <a:pt x="63" y="107"/>
                    <a:pt x="81" y="99"/>
                    <a:pt x="90" y="90"/>
                  </a:cubicBezTo>
                  <a:lnTo>
                    <a:pt x="1410" y="1410"/>
                  </a:lnTo>
                  <a:lnTo>
                    <a:pt x="1410" y="1686"/>
                  </a:lnTo>
                  <a:cubicBezTo>
                    <a:pt x="1392" y="1695"/>
                    <a:pt x="1383" y="1704"/>
                    <a:pt x="1374" y="1713"/>
                  </a:cubicBezTo>
                  <a:cubicBezTo>
                    <a:pt x="1357" y="1740"/>
                    <a:pt x="1366" y="1776"/>
                    <a:pt x="1392" y="1785"/>
                  </a:cubicBezTo>
                  <a:cubicBezTo>
                    <a:pt x="1402" y="1791"/>
                    <a:pt x="1412" y="1794"/>
                    <a:pt x="1422" y="1794"/>
                  </a:cubicBezTo>
                  <a:cubicBezTo>
                    <a:pt x="1441" y="1794"/>
                    <a:pt x="1458" y="1784"/>
                    <a:pt x="1464" y="1767"/>
                  </a:cubicBezTo>
                  <a:cubicBezTo>
                    <a:pt x="1481" y="1740"/>
                    <a:pt x="1473" y="1704"/>
                    <a:pt x="1446" y="1695"/>
                  </a:cubicBezTo>
                  <a:cubicBezTo>
                    <a:pt x="1437" y="1695"/>
                    <a:pt x="1437" y="1686"/>
                    <a:pt x="1428" y="1686"/>
                  </a:cubicBezTo>
                  <a:lnTo>
                    <a:pt x="1428" y="1401"/>
                  </a:lnTo>
                  <a:lnTo>
                    <a:pt x="99" y="81"/>
                  </a:lnTo>
                  <a:cubicBezTo>
                    <a:pt x="108" y="72"/>
                    <a:pt x="108" y="63"/>
                    <a:pt x="108" y="54"/>
                  </a:cubicBezTo>
                  <a:cubicBezTo>
                    <a:pt x="108" y="27"/>
                    <a:pt x="81" y="0"/>
                    <a:pt x="5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05" name="Google Shape;605;p39"/>
            <p:cNvSpPr/>
            <p:nvPr/>
          </p:nvSpPr>
          <p:spPr>
            <a:xfrm>
              <a:off x="8211521" y="3194960"/>
              <a:ext cx="49425" cy="116508"/>
            </a:xfrm>
            <a:custGeom>
              <a:avLst/>
              <a:gdLst/>
              <a:ahLst/>
              <a:cxnLst/>
              <a:rect l="l" t="t" r="r" b="b"/>
              <a:pathLst>
                <a:path w="599" h="1412" extrusionOk="0">
                  <a:moveTo>
                    <a:pt x="61" y="0"/>
                  </a:moveTo>
                  <a:cubicBezTo>
                    <a:pt x="41" y="0"/>
                    <a:pt x="23" y="11"/>
                    <a:pt x="9" y="31"/>
                  </a:cubicBezTo>
                  <a:cubicBezTo>
                    <a:pt x="0" y="57"/>
                    <a:pt x="9" y="93"/>
                    <a:pt x="36" y="102"/>
                  </a:cubicBezTo>
                  <a:cubicBezTo>
                    <a:pt x="45" y="106"/>
                    <a:pt x="54" y="109"/>
                    <a:pt x="63" y="109"/>
                  </a:cubicBezTo>
                  <a:cubicBezTo>
                    <a:pt x="72" y="109"/>
                    <a:pt x="81" y="106"/>
                    <a:pt x="90" y="102"/>
                  </a:cubicBezTo>
                  <a:lnTo>
                    <a:pt x="527" y="539"/>
                  </a:lnTo>
                  <a:lnTo>
                    <a:pt x="527" y="1306"/>
                  </a:lnTo>
                  <a:cubicBezTo>
                    <a:pt x="518" y="1306"/>
                    <a:pt x="500" y="1315"/>
                    <a:pt x="491" y="1333"/>
                  </a:cubicBezTo>
                  <a:cubicBezTo>
                    <a:pt x="482" y="1360"/>
                    <a:pt x="491" y="1396"/>
                    <a:pt x="518" y="1404"/>
                  </a:cubicBezTo>
                  <a:cubicBezTo>
                    <a:pt x="525" y="1409"/>
                    <a:pt x="533" y="1412"/>
                    <a:pt x="540" y="1412"/>
                  </a:cubicBezTo>
                  <a:cubicBezTo>
                    <a:pt x="559" y="1412"/>
                    <a:pt x="576" y="1397"/>
                    <a:pt x="589" y="1378"/>
                  </a:cubicBezTo>
                  <a:cubicBezTo>
                    <a:pt x="598" y="1351"/>
                    <a:pt x="589" y="1324"/>
                    <a:pt x="562" y="1306"/>
                  </a:cubicBezTo>
                  <a:lnTo>
                    <a:pt x="545" y="1306"/>
                  </a:lnTo>
                  <a:lnTo>
                    <a:pt x="545" y="530"/>
                  </a:lnTo>
                  <a:lnTo>
                    <a:pt x="107" y="84"/>
                  </a:lnTo>
                  <a:cubicBezTo>
                    <a:pt x="107" y="84"/>
                    <a:pt x="107" y="84"/>
                    <a:pt x="107" y="75"/>
                  </a:cubicBezTo>
                  <a:cubicBezTo>
                    <a:pt x="116" y="57"/>
                    <a:pt x="107" y="22"/>
                    <a:pt x="81" y="4"/>
                  </a:cubicBezTo>
                  <a:cubicBezTo>
                    <a:pt x="74" y="2"/>
                    <a:pt x="67" y="0"/>
                    <a:pt x="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8309384" y="2919939"/>
              <a:ext cx="73024" cy="30282"/>
            </a:xfrm>
            <a:custGeom>
              <a:avLst/>
              <a:gdLst/>
              <a:ahLst/>
              <a:cxnLst/>
              <a:rect l="l" t="t" r="r" b="b"/>
              <a:pathLst>
                <a:path w="885" h="367" extrusionOk="0">
                  <a:moveTo>
                    <a:pt x="54" y="0"/>
                  </a:moveTo>
                  <a:cubicBezTo>
                    <a:pt x="19" y="0"/>
                    <a:pt x="1" y="27"/>
                    <a:pt x="1" y="54"/>
                  </a:cubicBezTo>
                  <a:cubicBezTo>
                    <a:pt x="1" y="81"/>
                    <a:pt x="19" y="107"/>
                    <a:pt x="54" y="107"/>
                  </a:cubicBezTo>
                  <a:cubicBezTo>
                    <a:pt x="81" y="107"/>
                    <a:pt x="99" y="90"/>
                    <a:pt x="108" y="63"/>
                  </a:cubicBezTo>
                  <a:lnTo>
                    <a:pt x="679" y="63"/>
                  </a:lnTo>
                  <a:lnTo>
                    <a:pt x="822" y="188"/>
                  </a:lnTo>
                  <a:lnTo>
                    <a:pt x="822" y="259"/>
                  </a:lnTo>
                  <a:cubicBezTo>
                    <a:pt x="804" y="268"/>
                    <a:pt x="777" y="286"/>
                    <a:pt x="777" y="313"/>
                  </a:cubicBezTo>
                  <a:cubicBezTo>
                    <a:pt x="777" y="339"/>
                    <a:pt x="804" y="366"/>
                    <a:pt x="831" y="366"/>
                  </a:cubicBezTo>
                  <a:cubicBezTo>
                    <a:pt x="866" y="366"/>
                    <a:pt x="884" y="339"/>
                    <a:pt x="884" y="313"/>
                  </a:cubicBezTo>
                  <a:cubicBezTo>
                    <a:pt x="884" y="286"/>
                    <a:pt x="866" y="268"/>
                    <a:pt x="839" y="259"/>
                  </a:cubicBezTo>
                  <a:lnTo>
                    <a:pt x="839" y="179"/>
                  </a:lnTo>
                  <a:lnTo>
                    <a:pt x="688" y="45"/>
                  </a:lnTo>
                  <a:lnTo>
                    <a:pt x="108" y="45"/>
                  </a:lnTo>
                  <a:cubicBezTo>
                    <a:pt x="99" y="18"/>
                    <a:pt x="81" y="0"/>
                    <a:pt x="5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07" name="Google Shape;607;p39"/>
            <p:cNvSpPr/>
            <p:nvPr/>
          </p:nvSpPr>
          <p:spPr>
            <a:xfrm>
              <a:off x="8131977" y="2598958"/>
              <a:ext cx="413058" cy="926863"/>
            </a:xfrm>
            <a:custGeom>
              <a:avLst/>
              <a:gdLst/>
              <a:ahLst/>
              <a:cxnLst/>
              <a:rect l="l" t="t" r="r" b="b"/>
              <a:pathLst>
                <a:path w="5006" h="11233" extrusionOk="0">
                  <a:moveTo>
                    <a:pt x="1036" y="81"/>
                  </a:moveTo>
                  <a:cubicBezTo>
                    <a:pt x="1080" y="99"/>
                    <a:pt x="1125" y="108"/>
                    <a:pt x="1178" y="117"/>
                  </a:cubicBezTo>
                  <a:lnTo>
                    <a:pt x="1178" y="1259"/>
                  </a:lnTo>
                  <a:lnTo>
                    <a:pt x="1036" y="1259"/>
                  </a:lnTo>
                  <a:lnTo>
                    <a:pt x="1036" y="81"/>
                  </a:lnTo>
                  <a:close/>
                  <a:moveTo>
                    <a:pt x="1196" y="126"/>
                  </a:moveTo>
                  <a:cubicBezTo>
                    <a:pt x="1312" y="161"/>
                    <a:pt x="1428" y="197"/>
                    <a:pt x="1553" y="251"/>
                  </a:cubicBezTo>
                  <a:lnTo>
                    <a:pt x="1553" y="732"/>
                  </a:lnTo>
                  <a:lnTo>
                    <a:pt x="1339" y="946"/>
                  </a:lnTo>
                  <a:lnTo>
                    <a:pt x="1339" y="1259"/>
                  </a:lnTo>
                  <a:lnTo>
                    <a:pt x="1196" y="1259"/>
                  </a:lnTo>
                  <a:lnTo>
                    <a:pt x="1196" y="126"/>
                  </a:lnTo>
                  <a:close/>
                  <a:moveTo>
                    <a:pt x="777" y="37"/>
                  </a:moveTo>
                  <a:cubicBezTo>
                    <a:pt x="848" y="45"/>
                    <a:pt x="929" y="63"/>
                    <a:pt x="1018" y="81"/>
                  </a:cubicBezTo>
                  <a:lnTo>
                    <a:pt x="1018" y="1259"/>
                  </a:lnTo>
                  <a:lnTo>
                    <a:pt x="857" y="1259"/>
                  </a:lnTo>
                  <a:cubicBezTo>
                    <a:pt x="857" y="1259"/>
                    <a:pt x="848" y="1268"/>
                    <a:pt x="848" y="1268"/>
                  </a:cubicBezTo>
                  <a:lnTo>
                    <a:pt x="848" y="946"/>
                  </a:lnTo>
                  <a:lnTo>
                    <a:pt x="839" y="938"/>
                  </a:lnTo>
                  <a:lnTo>
                    <a:pt x="643" y="715"/>
                  </a:lnTo>
                  <a:lnTo>
                    <a:pt x="643" y="63"/>
                  </a:lnTo>
                  <a:lnTo>
                    <a:pt x="625" y="63"/>
                  </a:lnTo>
                  <a:lnTo>
                    <a:pt x="625" y="723"/>
                  </a:lnTo>
                  <a:lnTo>
                    <a:pt x="831" y="946"/>
                  </a:lnTo>
                  <a:lnTo>
                    <a:pt x="831" y="1268"/>
                  </a:lnTo>
                  <a:lnTo>
                    <a:pt x="839" y="1268"/>
                  </a:lnTo>
                  <a:cubicBezTo>
                    <a:pt x="795" y="1268"/>
                    <a:pt x="750" y="1303"/>
                    <a:pt x="723" y="1339"/>
                  </a:cubicBezTo>
                  <a:lnTo>
                    <a:pt x="723" y="1330"/>
                  </a:lnTo>
                  <a:lnTo>
                    <a:pt x="358" y="1330"/>
                  </a:lnTo>
                  <a:lnTo>
                    <a:pt x="260" y="1241"/>
                  </a:lnTo>
                  <a:lnTo>
                    <a:pt x="37" y="1241"/>
                  </a:lnTo>
                  <a:lnTo>
                    <a:pt x="37" y="607"/>
                  </a:lnTo>
                  <a:cubicBezTo>
                    <a:pt x="54" y="572"/>
                    <a:pt x="224" y="260"/>
                    <a:pt x="313" y="188"/>
                  </a:cubicBezTo>
                  <a:cubicBezTo>
                    <a:pt x="411" y="117"/>
                    <a:pt x="634" y="37"/>
                    <a:pt x="750" y="37"/>
                  </a:cubicBezTo>
                  <a:close/>
                  <a:moveTo>
                    <a:pt x="1571" y="251"/>
                  </a:moveTo>
                  <a:cubicBezTo>
                    <a:pt x="1919" y="393"/>
                    <a:pt x="2249" y="572"/>
                    <a:pt x="2401" y="768"/>
                  </a:cubicBezTo>
                  <a:cubicBezTo>
                    <a:pt x="2463" y="839"/>
                    <a:pt x="2508" y="946"/>
                    <a:pt x="2552" y="1071"/>
                  </a:cubicBezTo>
                  <a:lnTo>
                    <a:pt x="2053" y="1071"/>
                  </a:lnTo>
                  <a:lnTo>
                    <a:pt x="1794" y="1330"/>
                  </a:lnTo>
                  <a:lnTo>
                    <a:pt x="1482" y="1330"/>
                  </a:lnTo>
                  <a:lnTo>
                    <a:pt x="1482" y="1339"/>
                  </a:lnTo>
                  <a:cubicBezTo>
                    <a:pt x="1455" y="1294"/>
                    <a:pt x="1401" y="1259"/>
                    <a:pt x="1348" y="1259"/>
                  </a:cubicBezTo>
                  <a:lnTo>
                    <a:pt x="1357" y="1259"/>
                  </a:lnTo>
                  <a:lnTo>
                    <a:pt x="1357" y="955"/>
                  </a:lnTo>
                  <a:lnTo>
                    <a:pt x="1571" y="732"/>
                  </a:lnTo>
                  <a:lnTo>
                    <a:pt x="1571" y="251"/>
                  </a:lnTo>
                  <a:close/>
                  <a:moveTo>
                    <a:pt x="2561" y="1089"/>
                  </a:moveTo>
                  <a:cubicBezTo>
                    <a:pt x="2579" y="1143"/>
                    <a:pt x="2597" y="1196"/>
                    <a:pt x="2615" y="1250"/>
                  </a:cubicBezTo>
                  <a:lnTo>
                    <a:pt x="2062" y="1250"/>
                  </a:lnTo>
                  <a:lnTo>
                    <a:pt x="1803" y="1491"/>
                  </a:lnTo>
                  <a:lnTo>
                    <a:pt x="1500" y="1491"/>
                  </a:lnTo>
                  <a:lnTo>
                    <a:pt x="1500" y="1419"/>
                  </a:lnTo>
                  <a:cubicBezTo>
                    <a:pt x="1500" y="1393"/>
                    <a:pt x="1491" y="1366"/>
                    <a:pt x="1482" y="1348"/>
                  </a:cubicBezTo>
                  <a:lnTo>
                    <a:pt x="1803" y="1348"/>
                  </a:lnTo>
                  <a:lnTo>
                    <a:pt x="2062" y="1089"/>
                  </a:lnTo>
                  <a:close/>
                  <a:moveTo>
                    <a:pt x="251" y="1259"/>
                  </a:moveTo>
                  <a:lnTo>
                    <a:pt x="349" y="1348"/>
                  </a:lnTo>
                  <a:lnTo>
                    <a:pt x="723" y="1348"/>
                  </a:lnTo>
                  <a:cubicBezTo>
                    <a:pt x="715" y="1366"/>
                    <a:pt x="706" y="1393"/>
                    <a:pt x="706" y="1419"/>
                  </a:cubicBezTo>
                  <a:lnTo>
                    <a:pt x="706" y="1526"/>
                  </a:lnTo>
                  <a:lnTo>
                    <a:pt x="37" y="1526"/>
                  </a:lnTo>
                  <a:lnTo>
                    <a:pt x="37" y="1259"/>
                  </a:lnTo>
                  <a:close/>
                  <a:moveTo>
                    <a:pt x="2615" y="1268"/>
                  </a:moveTo>
                  <a:cubicBezTo>
                    <a:pt x="2633" y="1303"/>
                    <a:pt x="2642" y="1348"/>
                    <a:pt x="2650" y="1384"/>
                  </a:cubicBezTo>
                  <a:cubicBezTo>
                    <a:pt x="2677" y="1473"/>
                    <a:pt x="2704" y="1571"/>
                    <a:pt x="2740" y="1651"/>
                  </a:cubicBezTo>
                  <a:lnTo>
                    <a:pt x="1500" y="1651"/>
                  </a:lnTo>
                  <a:lnTo>
                    <a:pt x="1500" y="1508"/>
                  </a:lnTo>
                  <a:lnTo>
                    <a:pt x="1812" y="1508"/>
                  </a:lnTo>
                  <a:lnTo>
                    <a:pt x="2062" y="1268"/>
                  </a:lnTo>
                  <a:close/>
                  <a:moveTo>
                    <a:pt x="706" y="1544"/>
                  </a:moveTo>
                  <a:lnTo>
                    <a:pt x="706" y="1687"/>
                  </a:lnTo>
                  <a:lnTo>
                    <a:pt x="37" y="1687"/>
                  </a:lnTo>
                  <a:lnTo>
                    <a:pt x="37" y="1544"/>
                  </a:lnTo>
                  <a:close/>
                  <a:moveTo>
                    <a:pt x="2740" y="1669"/>
                  </a:moveTo>
                  <a:cubicBezTo>
                    <a:pt x="2757" y="1714"/>
                    <a:pt x="2775" y="1758"/>
                    <a:pt x="2793" y="1803"/>
                  </a:cubicBezTo>
                  <a:lnTo>
                    <a:pt x="1500" y="1803"/>
                  </a:lnTo>
                  <a:lnTo>
                    <a:pt x="1500" y="1669"/>
                  </a:lnTo>
                  <a:close/>
                  <a:moveTo>
                    <a:pt x="706" y="1705"/>
                  </a:moveTo>
                  <a:lnTo>
                    <a:pt x="706" y="1839"/>
                  </a:lnTo>
                  <a:lnTo>
                    <a:pt x="384" y="1839"/>
                  </a:lnTo>
                  <a:lnTo>
                    <a:pt x="277" y="1928"/>
                  </a:lnTo>
                  <a:lnTo>
                    <a:pt x="37" y="1928"/>
                  </a:lnTo>
                  <a:lnTo>
                    <a:pt x="37" y="1705"/>
                  </a:lnTo>
                  <a:close/>
                  <a:moveTo>
                    <a:pt x="2802" y="1821"/>
                  </a:moveTo>
                  <a:cubicBezTo>
                    <a:pt x="2820" y="1865"/>
                    <a:pt x="2847" y="1910"/>
                    <a:pt x="2873" y="1955"/>
                  </a:cubicBezTo>
                  <a:cubicBezTo>
                    <a:pt x="2891" y="1981"/>
                    <a:pt x="2945" y="2035"/>
                    <a:pt x="2989" y="2070"/>
                  </a:cubicBezTo>
                  <a:lnTo>
                    <a:pt x="1937" y="2070"/>
                  </a:lnTo>
                  <a:lnTo>
                    <a:pt x="1767" y="1928"/>
                  </a:lnTo>
                  <a:lnTo>
                    <a:pt x="1500" y="1928"/>
                  </a:lnTo>
                  <a:lnTo>
                    <a:pt x="1500" y="1946"/>
                  </a:lnTo>
                  <a:lnTo>
                    <a:pt x="1758" y="1946"/>
                  </a:lnTo>
                  <a:lnTo>
                    <a:pt x="1928" y="2088"/>
                  </a:lnTo>
                  <a:lnTo>
                    <a:pt x="3016" y="2088"/>
                  </a:lnTo>
                  <a:cubicBezTo>
                    <a:pt x="3043" y="2115"/>
                    <a:pt x="3070" y="2133"/>
                    <a:pt x="3070" y="2142"/>
                  </a:cubicBezTo>
                  <a:cubicBezTo>
                    <a:pt x="3079" y="2142"/>
                    <a:pt x="3114" y="2160"/>
                    <a:pt x="3168" y="2204"/>
                  </a:cubicBezTo>
                  <a:lnTo>
                    <a:pt x="2249" y="2204"/>
                  </a:lnTo>
                  <a:cubicBezTo>
                    <a:pt x="2240" y="2169"/>
                    <a:pt x="2222" y="2151"/>
                    <a:pt x="2187" y="2151"/>
                  </a:cubicBezTo>
                  <a:cubicBezTo>
                    <a:pt x="2151" y="2151"/>
                    <a:pt x="2124" y="2178"/>
                    <a:pt x="2124" y="2213"/>
                  </a:cubicBezTo>
                  <a:cubicBezTo>
                    <a:pt x="2124" y="2240"/>
                    <a:pt x="2151" y="2267"/>
                    <a:pt x="2187" y="2267"/>
                  </a:cubicBezTo>
                  <a:cubicBezTo>
                    <a:pt x="2222" y="2267"/>
                    <a:pt x="2240" y="2249"/>
                    <a:pt x="2249" y="2222"/>
                  </a:cubicBezTo>
                  <a:lnTo>
                    <a:pt x="3195" y="2222"/>
                  </a:lnTo>
                  <a:cubicBezTo>
                    <a:pt x="3266" y="2267"/>
                    <a:pt x="3364" y="2338"/>
                    <a:pt x="3471" y="2409"/>
                  </a:cubicBezTo>
                  <a:lnTo>
                    <a:pt x="2909" y="2409"/>
                  </a:lnTo>
                  <a:lnTo>
                    <a:pt x="2749" y="2294"/>
                  </a:lnTo>
                  <a:lnTo>
                    <a:pt x="2392" y="2294"/>
                  </a:lnTo>
                  <a:cubicBezTo>
                    <a:pt x="2392" y="2267"/>
                    <a:pt x="2374" y="2249"/>
                    <a:pt x="2347" y="2249"/>
                  </a:cubicBezTo>
                  <a:cubicBezTo>
                    <a:pt x="2311" y="2249"/>
                    <a:pt x="2294" y="2267"/>
                    <a:pt x="2294" y="2302"/>
                  </a:cubicBezTo>
                  <a:cubicBezTo>
                    <a:pt x="2294" y="2329"/>
                    <a:pt x="2311" y="2356"/>
                    <a:pt x="2347" y="2356"/>
                  </a:cubicBezTo>
                  <a:cubicBezTo>
                    <a:pt x="2374" y="2356"/>
                    <a:pt x="2392" y="2338"/>
                    <a:pt x="2392" y="2311"/>
                  </a:cubicBezTo>
                  <a:lnTo>
                    <a:pt x="2740" y="2311"/>
                  </a:lnTo>
                  <a:lnTo>
                    <a:pt x="2909" y="2427"/>
                  </a:lnTo>
                  <a:lnTo>
                    <a:pt x="3498" y="2427"/>
                  </a:lnTo>
                  <a:cubicBezTo>
                    <a:pt x="3569" y="2481"/>
                    <a:pt x="3650" y="2534"/>
                    <a:pt x="3721" y="2588"/>
                  </a:cubicBezTo>
                  <a:lnTo>
                    <a:pt x="3418" y="2588"/>
                  </a:lnTo>
                  <a:lnTo>
                    <a:pt x="3123" y="2882"/>
                  </a:lnTo>
                  <a:cubicBezTo>
                    <a:pt x="3114" y="2873"/>
                    <a:pt x="3105" y="2873"/>
                    <a:pt x="3096" y="2873"/>
                  </a:cubicBezTo>
                  <a:cubicBezTo>
                    <a:pt x="3061" y="2873"/>
                    <a:pt x="3043" y="2891"/>
                    <a:pt x="3043" y="2927"/>
                  </a:cubicBezTo>
                  <a:cubicBezTo>
                    <a:pt x="3043" y="2954"/>
                    <a:pt x="3061" y="2980"/>
                    <a:pt x="3096" y="2980"/>
                  </a:cubicBezTo>
                  <a:cubicBezTo>
                    <a:pt x="3123" y="2980"/>
                    <a:pt x="3150" y="2954"/>
                    <a:pt x="3150" y="2927"/>
                  </a:cubicBezTo>
                  <a:cubicBezTo>
                    <a:pt x="3150" y="2909"/>
                    <a:pt x="3141" y="2900"/>
                    <a:pt x="3141" y="2891"/>
                  </a:cubicBezTo>
                  <a:lnTo>
                    <a:pt x="3427" y="2615"/>
                  </a:lnTo>
                  <a:lnTo>
                    <a:pt x="3748" y="2615"/>
                  </a:lnTo>
                  <a:cubicBezTo>
                    <a:pt x="3792" y="2641"/>
                    <a:pt x="3837" y="2677"/>
                    <a:pt x="3882" y="2713"/>
                  </a:cubicBezTo>
                  <a:lnTo>
                    <a:pt x="3623" y="2713"/>
                  </a:lnTo>
                  <a:lnTo>
                    <a:pt x="3302" y="3025"/>
                  </a:lnTo>
                  <a:cubicBezTo>
                    <a:pt x="3293" y="3025"/>
                    <a:pt x="3284" y="3016"/>
                    <a:pt x="3275" y="3016"/>
                  </a:cubicBezTo>
                  <a:cubicBezTo>
                    <a:pt x="3239" y="3016"/>
                    <a:pt x="3221" y="3043"/>
                    <a:pt x="3221" y="3070"/>
                  </a:cubicBezTo>
                  <a:cubicBezTo>
                    <a:pt x="3221" y="3105"/>
                    <a:pt x="3239" y="3123"/>
                    <a:pt x="3275" y="3123"/>
                  </a:cubicBezTo>
                  <a:cubicBezTo>
                    <a:pt x="3302" y="3123"/>
                    <a:pt x="3328" y="3105"/>
                    <a:pt x="3328" y="3070"/>
                  </a:cubicBezTo>
                  <a:cubicBezTo>
                    <a:pt x="3328" y="3061"/>
                    <a:pt x="3320" y="3052"/>
                    <a:pt x="3311" y="3043"/>
                  </a:cubicBezTo>
                  <a:lnTo>
                    <a:pt x="3632" y="2731"/>
                  </a:lnTo>
                  <a:lnTo>
                    <a:pt x="3899" y="2731"/>
                  </a:lnTo>
                  <a:cubicBezTo>
                    <a:pt x="3971" y="2784"/>
                    <a:pt x="4033" y="2838"/>
                    <a:pt x="4078" y="2891"/>
                  </a:cubicBezTo>
                  <a:lnTo>
                    <a:pt x="3801" y="2891"/>
                  </a:lnTo>
                  <a:lnTo>
                    <a:pt x="3498" y="3177"/>
                  </a:lnTo>
                  <a:cubicBezTo>
                    <a:pt x="3489" y="3177"/>
                    <a:pt x="3480" y="3168"/>
                    <a:pt x="3471" y="3168"/>
                  </a:cubicBezTo>
                  <a:cubicBezTo>
                    <a:pt x="3444" y="3168"/>
                    <a:pt x="3418" y="3195"/>
                    <a:pt x="3418" y="3221"/>
                  </a:cubicBezTo>
                  <a:cubicBezTo>
                    <a:pt x="3418" y="3248"/>
                    <a:pt x="3444" y="3275"/>
                    <a:pt x="3471" y="3275"/>
                  </a:cubicBezTo>
                  <a:cubicBezTo>
                    <a:pt x="3498" y="3275"/>
                    <a:pt x="3525" y="3248"/>
                    <a:pt x="3525" y="3221"/>
                  </a:cubicBezTo>
                  <a:cubicBezTo>
                    <a:pt x="3525" y="3212"/>
                    <a:pt x="3516" y="3195"/>
                    <a:pt x="3516" y="3186"/>
                  </a:cubicBezTo>
                  <a:lnTo>
                    <a:pt x="3810" y="2909"/>
                  </a:lnTo>
                  <a:lnTo>
                    <a:pt x="4096" y="2909"/>
                  </a:lnTo>
                  <a:cubicBezTo>
                    <a:pt x="4122" y="2927"/>
                    <a:pt x="4140" y="2945"/>
                    <a:pt x="4149" y="2972"/>
                  </a:cubicBezTo>
                  <a:cubicBezTo>
                    <a:pt x="4176" y="2998"/>
                    <a:pt x="4194" y="3025"/>
                    <a:pt x="4212" y="3052"/>
                  </a:cubicBezTo>
                  <a:lnTo>
                    <a:pt x="3623" y="3605"/>
                  </a:lnTo>
                  <a:lnTo>
                    <a:pt x="3623" y="4470"/>
                  </a:lnTo>
                  <a:lnTo>
                    <a:pt x="3382" y="4470"/>
                  </a:lnTo>
                  <a:lnTo>
                    <a:pt x="3382" y="3944"/>
                  </a:lnTo>
                  <a:lnTo>
                    <a:pt x="3373" y="3935"/>
                  </a:lnTo>
                  <a:lnTo>
                    <a:pt x="3061" y="3641"/>
                  </a:lnTo>
                  <a:lnTo>
                    <a:pt x="2204" y="3641"/>
                  </a:lnTo>
                  <a:lnTo>
                    <a:pt x="1401" y="2802"/>
                  </a:lnTo>
                  <a:lnTo>
                    <a:pt x="1401" y="2053"/>
                  </a:lnTo>
                  <a:lnTo>
                    <a:pt x="1393" y="2053"/>
                  </a:lnTo>
                  <a:cubicBezTo>
                    <a:pt x="1455" y="2035"/>
                    <a:pt x="1500" y="1972"/>
                    <a:pt x="1500" y="1901"/>
                  </a:cubicBezTo>
                  <a:lnTo>
                    <a:pt x="1500" y="1821"/>
                  </a:lnTo>
                  <a:close/>
                  <a:moveTo>
                    <a:pt x="4229" y="3070"/>
                  </a:moveTo>
                  <a:cubicBezTo>
                    <a:pt x="4292" y="3168"/>
                    <a:pt x="4354" y="3275"/>
                    <a:pt x="4417" y="3400"/>
                  </a:cubicBezTo>
                  <a:lnTo>
                    <a:pt x="3837" y="3926"/>
                  </a:lnTo>
                  <a:lnTo>
                    <a:pt x="3837" y="4470"/>
                  </a:lnTo>
                  <a:lnTo>
                    <a:pt x="3864" y="4470"/>
                  </a:lnTo>
                  <a:lnTo>
                    <a:pt x="3864" y="3935"/>
                  </a:lnTo>
                  <a:lnTo>
                    <a:pt x="4426" y="3418"/>
                  </a:lnTo>
                  <a:cubicBezTo>
                    <a:pt x="4461" y="3471"/>
                    <a:pt x="4488" y="3534"/>
                    <a:pt x="4515" y="3596"/>
                  </a:cubicBezTo>
                  <a:lnTo>
                    <a:pt x="4176" y="3899"/>
                  </a:lnTo>
                  <a:lnTo>
                    <a:pt x="4176" y="4113"/>
                  </a:lnTo>
                  <a:cubicBezTo>
                    <a:pt x="4149" y="4122"/>
                    <a:pt x="4131" y="4140"/>
                    <a:pt x="4131" y="4167"/>
                  </a:cubicBezTo>
                  <a:cubicBezTo>
                    <a:pt x="4131" y="4194"/>
                    <a:pt x="4149" y="4220"/>
                    <a:pt x="4185" y="4220"/>
                  </a:cubicBezTo>
                  <a:cubicBezTo>
                    <a:pt x="4212" y="4220"/>
                    <a:pt x="4238" y="4194"/>
                    <a:pt x="4238" y="4167"/>
                  </a:cubicBezTo>
                  <a:cubicBezTo>
                    <a:pt x="4238" y="4140"/>
                    <a:pt x="4221" y="4122"/>
                    <a:pt x="4194" y="4113"/>
                  </a:cubicBezTo>
                  <a:lnTo>
                    <a:pt x="4194" y="3908"/>
                  </a:lnTo>
                  <a:lnTo>
                    <a:pt x="4524" y="3605"/>
                  </a:lnTo>
                  <a:cubicBezTo>
                    <a:pt x="4676" y="3917"/>
                    <a:pt x="4800" y="4256"/>
                    <a:pt x="4872" y="4533"/>
                  </a:cubicBezTo>
                  <a:lnTo>
                    <a:pt x="4658" y="4533"/>
                  </a:lnTo>
                  <a:lnTo>
                    <a:pt x="4577" y="4658"/>
                  </a:lnTo>
                  <a:lnTo>
                    <a:pt x="4051" y="4658"/>
                  </a:lnTo>
                  <a:lnTo>
                    <a:pt x="4051" y="4675"/>
                  </a:lnTo>
                  <a:lnTo>
                    <a:pt x="4595" y="4675"/>
                  </a:lnTo>
                  <a:lnTo>
                    <a:pt x="4667" y="4551"/>
                  </a:lnTo>
                  <a:lnTo>
                    <a:pt x="4881" y="4551"/>
                  </a:lnTo>
                  <a:cubicBezTo>
                    <a:pt x="4899" y="4613"/>
                    <a:pt x="4916" y="4675"/>
                    <a:pt x="4925" y="4738"/>
                  </a:cubicBezTo>
                  <a:cubicBezTo>
                    <a:pt x="4925" y="4782"/>
                    <a:pt x="4934" y="4827"/>
                    <a:pt x="4934" y="4881"/>
                  </a:cubicBezTo>
                  <a:lnTo>
                    <a:pt x="4051" y="4881"/>
                  </a:lnTo>
                  <a:lnTo>
                    <a:pt x="4051" y="4693"/>
                  </a:lnTo>
                  <a:cubicBezTo>
                    <a:pt x="4051" y="4568"/>
                    <a:pt x="3953" y="4470"/>
                    <a:pt x="3837" y="4470"/>
                  </a:cubicBezTo>
                  <a:lnTo>
                    <a:pt x="3641" y="4470"/>
                  </a:lnTo>
                  <a:lnTo>
                    <a:pt x="3641" y="3614"/>
                  </a:lnTo>
                  <a:lnTo>
                    <a:pt x="4229" y="3070"/>
                  </a:lnTo>
                  <a:close/>
                  <a:moveTo>
                    <a:pt x="804" y="2053"/>
                  </a:moveTo>
                  <a:lnTo>
                    <a:pt x="804" y="2811"/>
                  </a:lnTo>
                  <a:lnTo>
                    <a:pt x="1660" y="3658"/>
                  </a:lnTo>
                  <a:lnTo>
                    <a:pt x="1660" y="4533"/>
                  </a:lnTo>
                  <a:lnTo>
                    <a:pt x="1303" y="4881"/>
                  </a:lnTo>
                  <a:lnTo>
                    <a:pt x="866" y="4881"/>
                  </a:lnTo>
                  <a:lnTo>
                    <a:pt x="866" y="4898"/>
                  </a:lnTo>
                  <a:lnTo>
                    <a:pt x="1312" y="4898"/>
                  </a:lnTo>
                  <a:lnTo>
                    <a:pt x="1321" y="4890"/>
                  </a:lnTo>
                  <a:lnTo>
                    <a:pt x="1678" y="4542"/>
                  </a:lnTo>
                  <a:lnTo>
                    <a:pt x="1678" y="3650"/>
                  </a:lnTo>
                  <a:lnTo>
                    <a:pt x="822" y="2802"/>
                  </a:lnTo>
                  <a:lnTo>
                    <a:pt x="822" y="2053"/>
                  </a:lnTo>
                  <a:close/>
                  <a:moveTo>
                    <a:pt x="4943" y="4898"/>
                  </a:moveTo>
                  <a:cubicBezTo>
                    <a:pt x="4943" y="4970"/>
                    <a:pt x="4952" y="5050"/>
                    <a:pt x="4952" y="5130"/>
                  </a:cubicBezTo>
                  <a:lnTo>
                    <a:pt x="4051" y="5130"/>
                  </a:lnTo>
                  <a:lnTo>
                    <a:pt x="4051" y="4898"/>
                  </a:lnTo>
                  <a:close/>
                  <a:moveTo>
                    <a:pt x="4952" y="5148"/>
                  </a:moveTo>
                  <a:cubicBezTo>
                    <a:pt x="4952" y="5255"/>
                    <a:pt x="4952" y="5371"/>
                    <a:pt x="4952" y="5478"/>
                  </a:cubicBezTo>
                  <a:lnTo>
                    <a:pt x="4720" y="5478"/>
                  </a:lnTo>
                  <a:lnTo>
                    <a:pt x="4613" y="5362"/>
                  </a:lnTo>
                  <a:lnTo>
                    <a:pt x="4051" y="5362"/>
                  </a:lnTo>
                  <a:lnTo>
                    <a:pt x="4051" y="5148"/>
                  </a:lnTo>
                  <a:close/>
                  <a:moveTo>
                    <a:pt x="4051" y="5371"/>
                  </a:moveTo>
                  <a:lnTo>
                    <a:pt x="4051" y="5380"/>
                  </a:lnTo>
                  <a:lnTo>
                    <a:pt x="4604" y="5380"/>
                  </a:lnTo>
                  <a:lnTo>
                    <a:pt x="4711" y="5496"/>
                  </a:lnTo>
                  <a:lnTo>
                    <a:pt x="4952" y="5496"/>
                  </a:lnTo>
                  <a:cubicBezTo>
                    <a:pt x="4952" y="5559"/>
                    <a:pt x="4943" y="5621"/>
                    <a:pt x="4943" y="5675"/>
                  </a:cubicBezTo>
                  <a:lnTo>
                    <a:pt x="4765" y="5675"/>
                  </a:lnTo>
                  <a:lnTo>
                    <a:pt x="4693" y="5612"/>
                  </a:lnTo>
                  <a:cubicBezTo>
                    <a:pt x="4693" y="5612"/>
                    <a:pt x="4702" y="5612"/>
                    <a:pt x="4702" y="5603"/>
                  </a:cubicBezTo>
                  <a:cubicBezTo>
                    <a:pt x="4711" y="5585"/>
                    <a:pt x="4702" y="5550"/>
                    <a:pt x="4676" y="5532"/>
                  </a:cubicBezTo>
                  <a:cubicBezTo>
                    <a:pt x="4669" y="5530"/>
                    <a:pt x="4662" y="5528"/>
                    <a:pt x="4654" y="5528"/>
                  </a:cubicBezTo>
                  <a:cubicBezTo>
                    <a:pt x="4633" y="5528"/>
                    <a:pt x="4611" y="5539"/>
                    <a:pt x="4604" y="5559"/>
                  </a:cubicBezTo>
                  <a:cubicBezTo>
                    <a:pt x="4586" y="5585"/>
                    <a:pt x="4604" y="5621"/>
                    <a:pt x="4631" y="5630"/>
                  </a:cubicBezTo>
                  <a:cubicBezTo>
                    <a:pt x="4638" y="5634"/>
                    <a:pt x="4646" y="5636"/>
                    <a:pt x="4653" y="5636"/>
                  </a:cubicBezTo>
                  <a:cubicBezTo>
                    <a:pt x="4664" y="5636"/>
                    <a:pt x="4674" y="5632"/>
                    <a:pt x="4684" y="5621"/>
                  </a:cubicBezTo>
                  <a:lnTo>
                    <a:pt x="4765" y="5692"/>
                  </a:lnTo>
                  <a:lnTo>
                    <a:pt x="4943" y="5692"/>
                  </a:lnTo>
                  <a:cubicBezTo>
                    <a:pt x="4943" y="5737"/>
                    <a:pt x="4934" y="5773"/>
                    <a:pt x="4934" y="5817"/>
                  </a:cubicBezTo>
                  <a:lnTo>
                    <a:pt x="4649" y="5817"/>
                  </a:lnTo>
                  <a:lnTo>
                    <a:pt x="4568" y="5728"/>
                  </a:lnTo>
                  <a:cubicBezTo>
                    <a:pt x="4568" y="5728"/>
                    <a:pt x="4568" y="5728"/>
                    <a:pt x="4577" y="5719"/>
                  </a:cubicBezTo>
                  <a:cubicBezTo>
                    <a:pt x="4586" y="5692"/>
                    <a:pt x="4577" y="5666"/>
                    <a:pt x="4551" y="5648"/>
                  </a:cubicBezTo>
                  <a:cubicBezTo>
                    <a:pt x="4544" y="5646"/>
                    <a:pt x="4537" y="5644"/>
                    <a:pt x="4529" y="5644"/>
                  </a:cubicBezTo>
                  <a:cubicBezTo>
                    <a:pt x="4508" y="5644"/>
                    <a:pt x="4486" y="5655"/>
                    <a:pt x="4479" y="5675"/>
                  </a:cubicBezTo>
                  <a:cubicBezTo>
                    <a:pt x="4461" y="5701"/>
                    <a:pt x="4479" y="5737"/>
                    <a:pt x="4497" y="5746"/>
                  </a:cubicBezTo>
                  <a:cubicBezTo>
                    <a:pt x="4510" y="5750"/>
                    <a:pt x="4522" y="5753"/>
                    <a:pt x="4532" y="5753"/>
                  </a:cubicBezTo>
                  <a:cubicBezTo>
                    <a:pt x="4542" y="5753"/>
                    <a:pt x="4551" y="5750"/>
                    <a:pt x="4560" y="5746"/>
                  </a:cubicBezTo>
                  <a:lnTo>
                    <a:pt x="4640" y="5835"/>
                  </a:lnTo>
                  <a:lnTo>
                    <a:pt x="4934" y="5835"/>
                  </a:lnTo>
                  <a:cubicBezTo>
                    <a:pt x="4925" y="5862"/>
                    <a:pt x="4925" y="5898"/>
                    <a:pt x="4916" y="5924"/>
                  </a:cubicBezTo>
                  <a:lnTo>
                    <a:pt x="4542" y="5924"/>
                  </a:lnTo>
                  <a:lnTo>
                    <a:pt x="4461" y="5853"/>
                  </a:lnTo>
                  <a:cubicBezTo>
                    <a:pt x="4479" y="5826"/>
                    <a:pt x="4461" y="5791"/>
                    <a:pt x="4435" y="5782"/>
                  </a:cubicBezTo>
                  <a:cubicBezTo>
                    <a:pt x="4427" y="5777"/>
                    <a:pt x="4420" y="5774"/>
                    <a:pt x="4412" y="5774"/>
                  </a:cubicBezTo>
                  <a:cubicBezTo>
                    <a:pt x="4394" y="5774"/>
                    <a:pt x="4376" y="5789"/>
                    <a:pt x="4363" y="5808"/>
                  </a:cubicBezTo>
                  <a:cubicBezTo>
                    <a:pt x="4354" y="5835"/>
                    <a:pt x="4363" y="5862"/>
                    <a:pt x="4390" y="5880"/>
                  </a:cubicBezTo>
                  <a:cubicBezTo>
                    <a:pt x="4395" y="5882"/>
                    <a:pt x="4401" y="5883"/>
                    <a:pt x="4408" y="5883"/>
                  </a:cubicBezTo>
                  <a:cubicBezTo>
                    <a:pt x="4423" y="5883"/>
                    <a:pt x="4440" y="5877"/>
                    <a:pt x="4452" y="5871"/>
                  </a:cubicBezTo>
                  <a:lnTo>
                    <a:pt x="4533" y="5942"/>
                  </a:lnTo>
                  <a:lnTo>
                    <a:pt x="4916" y="5942"/>
                  </a:lnTo>
                  <a:cubicBezTo>
                    <a:pt x="4916" y="5960"/>
                    <a:pt x="4907" y="5978"/>
                    <a:pt x="4907" y="6005"/>
                  </a:cubicBezTo>
                  <a:cubicBezTo>
                    <a:pt x="4899" y="6022"/>
                    <a:pt x="4899" y="6049"/>
                    <a:pt x="4890" y="6067"/>
                  </a:cubicBezTo>
                  <a:lnTo>
                    <a:pt x="4328" y="6067"/>
                  </a:lnTo>
                  <a:lnTo>
                    <a:pt x="4221" y="5969"/>
                  </a:lnTo>
                  <a:cubicBezTo>
                    <a:pt x="4229" y="5960"/>
                    <a:pt x="4229" y="5960"/>
                    <a:pt x="4229" y="5960"/>
                  </a:cubicBezTo>
                  <a:cubicBezTo>
                    <a:pt x="4247" y="5933"/>
                    <a:pt x="4229" y="5898"/>
                    <a:pt x="4203" y="5889"/>
                  </a:cubicBezTo>
                  <a:cubicBezTo>
                    <a:pt x="4193" y="5882"/>
                    <a:pt x="4184" y="5879"/>
                    <a:pt x="4175" y="5879"/>
                  </a:cubicBezTo>
                  <a:cubicBezTo>
                    <a:pt x="4158" y="5879"/>
                    <a:pt x="4143" y="5889"/>
                    <a:pt x="4131" y="5907"/>
                  </a:cubicBezTo>
                  <a:cubicBezTo>
                    <a:pt x="4122" y="5933"/>
                    <a:pt x="4131" y="5969"/>
                    <a:pt x="4158" y="5978"/>
                  </a:cubicBezTo>
                  <a:cubicBezTo>
                    <a:pt x="4167" y="5982"/>
                    <a:pt x="4176" y="5985"/>
                    <a:pt x="4185" y="5985"/>
                  </a:cubicBezTo>
                  <a:cubicBezTo>
                    <a:pt x="4194" y="5985"/>
                    <a:pt x="4203" y="5982"/>
                    <a:pt x="4212" y="5978"/>
                  </a:cubicBezTo>
                  <a:lnTo>
                    <a:pt x="4319" y="6085"/>
                  </a:lnTo>
                  <a:lnTo>
                    <a:pt x="4890" y="6085"/>
                  </a:lnTo>
                  <a:cubicBezTo>
                    <a:pt x="4881" y="6121"/>
                    <a:pt x="4863" y="6156"/>
                    <a:pt x="4854" y="6192"/>
                  </a:cubicBezTo>
                  <a:lnTo>
                    <a:pt x="4122" y="6192"/>
                  </a:lnTo>
                  <a:lnTo>
                    <a:pt x="3882" y="5924"/>
                  </a:lnTo>
                  <a:lnTo>
                    <a:pt x="3882" y="5576"/>
                  </a:lnTo>
                  <a:lnTo>
                    <a:pt x="3864" y="5576"/>
                  </a:lnTo>
                  <a:lnTo>
                    <a:pt x="3864" y="5933"/>
                  </a:lnTo>
                  <a:lnTo>
                    <a:pt x="4113" y="6210"/>
                  </a:lnTo>
                  <a:lnTo>
                    <a:pt x="4854" y="6210"/>
                  </a:lnTo>
                  <a:cubicBezTo>
                    <a:pt x="4827" y="6272"/>
                    <a:pt x="4809" y="6335"/>
                    <a:pt x="4783" y="6406"/>
                  </a:cubicBezTo>
                  <a:lnTo>
                    <a:pt x="4783" y="6397"/>
                  </a:lnTo>
                  <a:lnTo>
                    <a:pt x="4087" y="6397"/>
                  </a:lnTo>
                  <a:lnTo>
                    <a:pt x="3641" y="5960"/>
                  </a:lnTo>
                  <a:lnTo>
                    <a:pt x="3641" y="5576"/>
                  </a:lnTo>
                  <a:lnTo>
                    <a:pt x="3837" y="5576"/>
                  </a:lnTo>
                  <a:cubicBezTo>
                    <a:pt x="3953" y="5576"/>
                    <a:pt x="4042" y="5487"/>
                    <a:pt x="4051" y="5371"/>
                  </a:cubicBezTo>
                  <a:close/>
                  <a:moveTo>
                    <a:pt x="3623" y="5576"/>
                  </a:moveTo>
                  <a:lnTo>
                    <a:pt x="3623" y="5969"/>
                  </a:lnTo>
                  <a:lnTo>
                    <a:pt x="4078" y="6415"/>
                  </a:lnTo>
                  <a:lnTo>
                    <a:pt x="4774" y="6415"/>
                  </a:lnTo>
                  <a:cubicBezTo>
                    <a:pt x="4756" y="6486"/>
                    <a:pt x="4729" y="6558"/>
                    <a:pt x="4702" y="6620"/>
                  </a:cubicBezTo>
                  <a:lnTo>
                    <a:pt x="4060" y="6620"/>
                  </a:lnTo>
                  <a:lnTo>
                    <a:pt x="3400" y="5924"/>
                  </a:lnTo>
                  <a:lnTo>
                    <a:pt x="3400" y="5576"/>
                  </a:lnTo>
                  <a:close/>
                  <a:moveTo>
                    <a:pt x="3382" y="5576"/>
                  </a:moveTo>
                  <a:lnTo>
                    <a:pt x="3382" y="5933"/>
                  </a:lnTo>
                  <a:lnTo>
                    <a:pt x="4051" y="6638"/>
                  </a:lnTo>
                  <a:lnTo>
                    <a:pt x="4693" y="6638"/>
                  </a:lnTo>
                  <a:cubicBezTo>
                    <a:pt x="4667" y="6709"/>
                    <a:pt x="4640" y="6790"/>
                    <a:pt x="4613" y="6861"/>
                  </a:cubicBezTo>
                  <a:lnTo>
                    <a:pt x="4060" y="6861"/>
                  </a:lnTo>
                  <a:lnTo>
                    <a:pt x="3168" y="5951"/>
                  </a:lnTo>
                  <a:lnTo>
                    <a:pt x="3177" y="5576"/>
                  </a:lnTo>
                  <a:close/>
                  <a:moveTo>
                    <a:pt x="4533" y="8262"/>
                  </a:moveTo>
                  <a:cubicBezTo>
                    <a:pt x="4542" y="8297"/>
                    <a:pt x="4542" y="8342"/>
                    <a:pt x="4551" y="8378"/>
                  </a:cubicBezTo>
                  <a:lnTo>
                    <a:pt x="4238" y="8378"/>
                  </a:lnTo>
                  <a:lnTo>
                    <a:pt x="4051" y="8503"/>
                  </a:lnTo>
                  <a:lnTo>
                    <a:pt x="3659" y="8503"/>
                  </a:lnTo>
                  <a:lnTo>
                    <a:pt x="3659" y="8413"/>
                  </a:lnTo>
                  <a:cubicBezTo>
                    <a:pt x="3659" y="8404"/>
                    <a:pt x="3659" y="8404"/>
                    <a:pt x="3659" y="8395"/>
                  </a:cubicBezTo>
                  <a:lnTo>
                    <a:pt x="4060" y="8395"/>
                  </a:lnTo>
                  <a:lnTo>
                    <a:pt x="4247" y="8262"/>
                  </a:lnTo>
                  <a:close/>
                  <a:moveTo>
                    <a:pt x="4551" y="8395"/>
                  </a:moveTo>
                  <a:cubicBezTo>
                    <a:pt x="4560" y="8511"/>
                    <a:pt x="4560" y="8619"/>
                    <a:pt x="4560" y="8717"/>
                  </a:cubicBezTo>
                  <a:lnTo>
                    <a:pt x="4212" y="8717"/>
                  </a:lnTo>
                  <a:lnTo>
                    <a:pt x="4087" y="8592"/>
                  </a:lnTo>
                  <a:lnTo>
                    <a:pt x="3659" y="8592"/>
                  </a:lnTo>
                  <a:lnTo>
                    <a:pt x="3659" y="8520"/>
                  </a:lnTo>
                  <a:lnTo>
                    <a:pt x="4060" y="8520"/>
                  </a:lnTo>
                  <a:lnTo>
                    <a:pt x="4247" y="8395"/>
                  </a:lnTo>
                  <a:close/>
                  <a:moveTo>
                    <a:pt x="4078" y="8610"/>
                  </a:moveTo>
                  <a:lnTo>
                    <a:pt x="4203" y="8734"/>
                  </a:lnTo>
                  <a:lnTo>
                    <a:pt x="4560" y="8734"/>
                  </a:lnTo>
                  <a:cubicBezTo>
                    <a:pt x="4551" y="8761"/>
                    <a:pt x="4551" y="8797"/>
                    <a:pt x="4551" y="8824"/>
                  </a:cubicBezTo>
                  <a:lnTo>
                    <a:pt x="4212" y="8824"/>
                  </a:lnTo>
                  <a:lnTo>
                    <a:pt x="4060" y="8690"/>
                  </a:lnTo>
                  <a:lnTo>
                    <a:pt x="3659" y="8690"/>
                  </a:lnTo>
                  <a:lnTo>
                    <a:pt x="3659" y="8610"/>
                  </a:lnTo>
                  <a:close/>
                  <a:moveTo>
                    <a:pt x="322" y="8333"/>
                  </a:moveTo>
                  <a:lnTo>
                    <a:pt x="679" y="8699"/>
                  </a:lnTo>
                  <a:lnTo>
                    <a:pt x="679" y="9002"/>
                  </a:lnTo>
                  <a:lnTo>
                    <a:pt x="581" y="9002"/>
                  </a:lnTo>
                  <a:lnTo>
                    <a:pt x="581" y="8761"/>
                  </a:lnTo>
                  <a:lnTo>
                    <a:pt x="322" y="8529"/>
                  </a:lnTo>
                  <a:lnTo>
                    <a:pt x="37" y="8529"/>
                  </a:lnTo>
                  <a:lnTo>
                    <a:pt x="37" y="8333"/>
                  </a:lnTo>
                  <a:close/>
                  <a:moveTo>
                    <a:pt x="322" y="8181"/>
                  </a:moveTo>
                  <a:lnTo>
                    <a:pt x="857" y="8699"/>
                  </a:lnTo>
                  <a:lnTo>
                    <a:pt x="857" y="9002"/>
                  </a:lnTo>
                  <a:lnTo>
                    <a:pt x="697" y="9002"/>
                  </a:lnTo>
                  <a:lnTo>
                    <a:pt x="697" y="8699"/>
                  </a:lnTo>
                  <a:lnTo>
                    <a:pt x="331" y="8315"/>
                  </a:lnTo>
                  <a:lnTo>
                    <a:pt x="37" y="8315"/>
                  </a:lnTo>
                  <a:lnTo>
                    <a:pt x="37" y="8181"/>
                  </a:lnTo>
                  <a:close/>
                  <a:moveTo>
                    <a:pt x="706" y="1856"/>
                  </a:moveTo>
                  <a:lnTo>
                    <a:pt x="706" y="1901"/>
                  </a:lnTo>
                  <a:cubicBezTo>
                    <a:pt x="706" y="1972"/>
                    <a:pt x="750" y="2035"/>
                    <a:pt x="822" y="2053"/>
                  </a:cubicBezTo>
                  <a:cubicBezTo>
                    <a:pt x="831" y="2053"/>
                    <a:pt x="848" y="2062"/>
                    <a:pt x="857" y="2062"/>
                  </a:cubicBezTo>
                  <a:lnTo>
                    <a:pt x="964" y="2062"/>
                  </a:lnTo>
                  <a:lnTo>
                    <a:pt x="964" y="2802"/>
                  </a:lnTo>
                  <a:lnTo>
                    <a:pt x="1812" y="3658"/>
                  </a:lnTo>
                  <a:lnTo>
                    <a:pt x="1812" y="4747"/>
                  </a:lnTo>
                  <a:lnTo>
                    <a:pt x="1455" y="5077"/>
                  </a:lnTo>
                  <a:lnTo>
                    <a:pt x="866" y="5077"/>
                  </a:lnTo>
                  <a:lnTo>
                    <a:pt x="866" y="5095"/>
                  </a:lnTo>
                  <a:lnTo>
                    <a:pt x="1464" y="5095"/>
                  </a:lnTo>
                  <a:lnTo>
                    <a:pt x="1830" y="4756"/>
                  </a:lnTo>
                  <a:lnTo>
                    <a:pt x="1830" y="3650"/>
                  </a:lnTo>
                  <a:lnTo>
                    <a:pt x="982" y="2793"/>
                  </a:lnTo>
                  <a:lnTo>
                    <a:pt x="982" y="2062"/>
                  </a:lnTo>
                  <a:lnTo>
                    <a:pt x="1098" y="2062"/>
                  </a:lnTo>
                  <a:lnTo>
                    <a:pt x="1098" y="2811"/>
                  </a:lnTo>
                  <a:lnTo>
                    <a:pt x="1098" y="2820"/>
                  </a:lnTo>
                  <a:lnTo>
                    <a:pt x="1946" y="3658"/>
                  </a:lnTo>
                  <a:lnTo>
                    <a:pt x="1946" y="4916"/>
                  </a:lnTo>
                  <a:lnTo>
                    <a:pt x="1589" y="5282"/>
                  </a:lnTo>
                  <a:lnTo>
                    <a:pt x="866" y="5282"/>
                  </a:lnTo>
                  <a:lnTo>
                    <a:pt x="866" y="5300"/>
                  </a:lnTo>
                  <a:lnTo>
                    <a:pt x="1607" y="5300"/>
                  </a:lnTo>
                  <a:lnTo>
                    <a:pt x="1964" y="4925"/>
                  </a:lnTo>
                  <a:lnTo>
                    <a:pt x="1964" y="3650"/>
                  </a:lnTo>
                  <a:lnTo>
                    <a:pt x="1964" y="3641"/>
                  </a:lnTo>
                  <a:lnTo>
                    <a:pt x="1116" y="2802"/>
                  </a:lnTo>
                  <a:lnTo>
                    <a:pt x="1116" y="2062"/>
                  </a:lnTo>
                  <a:lnTo>
                    <a:pt x="1232" y="2062"/>
                  </a:lnTo>
                  <a:lnTo>
                    <a:pt x="1232" y="2811"/>
                  </a:lnTo>
                  <a:lnTo>
                    <a:pt x="2276" y="3864"/>
                  </a:lnTo>
                  <a:lnTo>
                    <a:pt x="3007" y="3864"/>
                  </a:lnTo>
                  <a:lnTo>
                    <a:pt x="3132" y="3980"/>
                  </a:lnTo>
                  <a:lnTo>
                    <a:pt x="3132" y="4470"/>
                  </a:lnTo>
                  <a:lnTo>
                    <a:pt x="3150" y="4470"/>
                  </a:lnTo>
                  <a:lnTo>
                    <a:pt x="3150" y="3971"/>
                  </a:lnTo>
                  <a:lnTo>
                    <a:pt x="3016" y="3846"/>
                  </a:lnTo>
                  <a:lnTo>
                    <a:pt x="2285" y="3846"/>
                  </a:lnTo>
                  <a:lnTo>
                    <a:pt x="1250" y="2802"/>
                  </a:lnTo>
                  <a:lnTo>
                    <a:pt x="1250" y="2062"/>
                  </a:lnTo>
                  <a:lnTo>
                    <a:pt x="1348" y="2062"/>
                  </a:lnTo>
                  <a:cubicBezTo>
                    <a:pt x="1357" y="2062"/>
                    <a:pt x="1375" y="2053"/>
                    <a:pt x="1384" y="2053"/>
                  </a:cubicBezTo>
                  <a:lnTo>
                    <a:pt x="1384" y="2811"/>
                  </a:lnTo>
                  <a:lnTo>
                    <a:pt x="2195" y="3658"/>
                  </a:lnTo>
                  <a:lnTo>
                    <a:pt x="3052" y="3658"/>
                  </a:lnTo>
                  <a:lnTo>
                    <a:pt x="3364" y="3953"/>
                  </a:lnTo>
                  <a:lnTo>
                    <a:pt x="3364" y="4470"/>
                  </a:lnTo>
                  <a:lnTo>
                    <a:pt x="3168" y="4470"/>
                  </a:lnTo>
                  <a:cubicBezTo>
                    <a:pt x="3043" y="4470"/>
                    <a:pt x="2945" y="4568"/>
                    <a:pt x="2945" y="4693"/>
                  </a:cubicBezTo>
                  <a:lnTo>
                    <a:pt x="2945" y="4684"/>
                  </a:lnTo>
                  <a:lnTo>
                    <a:pt x="2401" y="4684"/>
                  </a:lnTo>
                  <a:lnTo>
                    <a:pt x="1571" y="5523"/>
                  </a:lnTo>
                  <a:lnTo>
                    <a:pt x="866" y="5523"/>
                  </a:lnTo>
                  <a:lnTo>
                    <a:pt x="866" y="5541"/>
                  </a:lnTo>
                  <a:lnTo>
                    <a:pt x="1580" y="5541"/>
                  </a:lnTo>
                  <a:lnTo>
                    <a:pt x="1580" y="5532"/>
                  </a:lnTo>
                  <a:lnTo>
                    <a:pt x="2410" y="4702"/>
                  </a:lnTo>
                  <a:lnTo>
                    <a:pt x="2945" y="4702"/>
                  </a:lnTo>
                  <a:lnTo>
                    <a:pt x="2945" y="4979"/>
                  </a:lnTo>
                  <a:lnTo>
                    <a:pt x="2401" y="4979"/>
                  </a:lnTo>
                  <a:lnTo>
                    <a:pt x="2392" y="4988"/>
                  </a:lnTo>
                  <a:lnTo>
                    <a:pt x="1625" y="5755"/>
                  </a:lnTo>
                  <a:lnTo>
                    <a:pt x="866" y="5755"/>
                  </a:lnTo>
                  <a:lnTo>
                    <a:pt x="866" y="5773"/>
                  </a:lnTo>
                  <a:lnTo>
                    <a:pt x="1633" y="5773"/>
                  </a:lnTo>
                  <a:lnTo>
                    <a:pt x="2401" y="4997"/>
                  </a:lnTo>
                  <a:lnTo>
                    <a:pt x="2945" y="4997"/>
                  </a:lnTo>
                  <a:lnTo>
                    <a:pt x="2945" y="5220"/>
                  </a:lnTo>
                  <a:lnTo>
                    <a:pt x="2499" y="5220"/>
                  </a:lnTo>
                  <a:lnTo>
                    <a:pt x="2249" y="5452"/>
                  </a:lnTo>
                  <a:cubicBezTo>
                    <a:pt x="2240" y="5443"/>
                    <a:pt x="2231" y="5434"/>
                    <a:pt x="2222" y="5434"/>
                  </a:cubicBezTo>
                  <a:cubicBezTo>
                    <a:pt x="2187" y="5434"/>
                    <a:pt x="2169" y="5460"/>
                    <a:pt x="2169" y="5487"/>
                  </a:cubicBezTo>
                  <a:cubicBezTo>
                    <a:pt x="2169" y="5523"/>
                    <a:pt x="2187" y="5541"/>
                    <a:pt x="2222" y="5541"/>
                  </a:cubicBezTo>
                  <a:cubicBezTo>
                    <a:pt x="2249" y="5541"/>
                    <a:pt x="2276" y="5523"/>
                    <a:pt x="2276" y="5487"/>
                  </a:cubicBezTo>
                  <a:cubicBezTo>
                    <a:pt x="2276" y="5478"/>
                    <a:pt x="2267" y="5469"/>
                    <a:pt x="2267" y="5460"/>
                  </a:cubicBezTo>
                  <a:lnTo>
                    <a:pt x="2508" y="5237"/>
                  </a:lnTo>
                  <a:lnTo>
                    <a:pt x="2945" y="5237"/>
                  </a:lnTo>
                  <a:lnTo>
                    <a:pt x="2945" y="5362"/>
                  </a:lnTo>
                  <a:cubicBezTo>
                    <a:pt x="2945" y="5389"/>
                    <a:pt x="2954" y="5416"/>
                    <a:pt x="2963" y="5443"/>
                  </a:cubicBezTo>
                  <a:lnTo>
                    <a:pt x="2517" y="5443"/>
                  </a:lnTo>
                  <a:lnTo>
                    <a:pt x="2160" y="5782"/>
                  </a:lnTo>
                  <a:cubicBezTo>
                    <a:pt x="2151" y="5773"/>
                    <a:pt x="2142" y="5773"/>
                    <a:pt x="2133" y="5773"/>
                  </a:cubicBezTo>
                  <a:cubicBezTo>
                    <a:pt x="2097" y="5773"/>
                    <a:pt x="2079" y="5791"/>
                    <a:pt x="2079" y="5826"/>
                  </a:cubicBezTo>
                  <a:cubicBezTo>
                    <a:pt x="2079" y="5853"/>
                    <a:pt x="2097" y="5880"/>
                    <a:pt x="2133" y="5880"/>
                  </a:cubicBezTo>
                  <a:cubicBezTo>
                    <a:pt x="2160" y="5880"/>
                    <a:pt x="2187" y="5853"/>
                    <a:pt x="2187" y="5826"/>
                  </a:cubicBezTo>
                  <a:cubicBezTo>
                    <a:pt x="2187" y="5808"/>
                    <a:pt x="2178" y="5799"/>
                    <a:pt x="2169" y="5791"/>
                  </a:cubicBezTo>
                  <a:lnTo>
                    <a:pt x="2526" y="5460"/>
                  </a:lnTo>
                  <a:lnTo>
                    <a:pt x="2972" y="5460"/>
                  </a:lnTo>
                  <a:lnTo>
                    <a:pt x="2972" y="5452"/>
                  </a:lnTo>
                  <a:cubicBezTo>
                    <a:pt x="2998" y="5523"/>
                    <a:pt x="3079" y="5576"/>
                    <a:pt x="3168" y="5576"/>
                  </a:cubicBezTo>
                  <a:lnTo>
                    <a:pt x="3159" y="5576"/>
                  </a:lnTo>
                  <a:lnTo>
                    <a:pt x="3150" y="5951"/>
                  </a:lnTo>
                  <a:lnTo>
                    <a:pt x="3159" y="5960"/>
                  </a:lnTo>
                  <a:lnTo>
                    <a:pt x="4051" y="6879"/>
                  </a:lnTo>
                  <a:lnTo>
                    <a:pt x="4604" y="6879"/>
                  </a:lnTo>
                  <a:cubicBezTo>
                    <a:pt x="4586" y="6941"/>
                    <a:pt x="4560" y="6995"/>
                    <a:pt x="4542" y="7048"/>
                  </a:cubicBezTo>
                  <a:lnTo>
                    <a:pt x="3962" y="7048"/>
                  </a:lnTo>
                  <a:lnTo>
                    <a:pt x="3212" y="6281"/>
                  </a:lnTo>
                  <a:cubicBezTo>
                    <a:pt x="3221" y="6254"/>
                    <a:pt x="3212" y="6219"/>
                    <a:pt x="3186" y="6210"/>
                  </a:cubicBezTo>
                  <a:cubicBezTo>
                    <a:pt x="3176" y="6204"/>
                    <a:pt x="3166" y="6201"/>
                    <a:pt x="3155" y="6201"/>
                  </a:cubicBezTo>
                  <a:cubicBezTo>
                    <a:pt x="3137" y="6201"/>
                    <a:pt x="3120" y="6210"/>
                    <a:pt x="3114" y="6228"/>
                  </a:cubicBezTo>
                  <a:cubicBezTo>
                    <a:pt x="3096" y="6254"/>
                    <a:pt x="3114" y="6290"/>
                    <a:pt x="3141" y="6299"/>
                  </a:cubicBezTo>
                  <a:cubicBezTo>
                    <a:pt x="3148" y="6303"/>
                    <a:pt x="3156" y="6305"/>
                    <a:pt x="3163" y="6305"/>
                  </a:cubicBezTo>
                  <a:cubicBezTo>
                    <a:pt x="3174" y="6305"/>
                    <a:pt x="3184" y="6301"/>
                    <a:pt x="3195" y="6290"/>
                  </a:cubicBezTo>
                  <a:lnTo>
                    <a:pt x="3953" y="7075"/>
                  </a:lnTo>
                  <a:lnTo>
                    <a:pt x="4542" y="7075"/>
                  </a:lnTo>
                  <a:cubicBezTo>
                    <a:pt x="4524" y="7129"/>
                    <a:pt x="4506" y="7191"/>
                    <a:pt x="4497" y="7236"/>
                  </a:cubicBezTo>
                  <a:lnTo>
                    <a:pt x="3810" y="7236"/>
                  </a:lnTo>
                  <a:lnTo>
                    <a:pt x="2838" y="6281"/>
                  </a:lnTo>
                  <a:cubicBezTo>
                    <a:pt x="2847" y="6272"/>
                    <a:pt x="2847" y="6263"/>
                    <a:pt x="2847" y="6254"/>
                  </a:cubicBezTo>
                  <a:cubicBezTo>
                    <a:pt x="2847" y="6228"/>
                    <a:pt x="2820" y="6201"/>
                    <a:pt x="2793" y="6201"/>
                  </a:cubicBezTo>
                  <a:cubicBezTo>
                    <a:pt x="2766" y="6201"/>
                    <a:pt x="2740" y="6228"/>
                    <a:pt x="2740" y="6254"/>
                  </a:cubicBezTo>
                  <a:cubicBezTo>
                    <a:pt x="2740" y="6281"/>
                    <a:pt x="2766" y="6308"/>
                    <a:pt x="2793" y="6308"/>
                  </a:cubicBezTo>
                  <a:cubicBezTo>
                    <a:pt x="2811" y="6308"/>
                    <a:pt x="2820" y="6299"/>
                    <a:pt x="2829" y="6290"/>
                  </a:cubicBezTo>
                  <a:lnTo>
                    <a:pt x="3801" y="7254"/>
                  </a:lnTo>
                  <a:lnTo>
                    <a:pt x="4488" y="7254"/>
                  </a:lnTo>
                  <a:cubicBezTo>
                    <a:pt x="4488" y="7271"/>
                    <a:pt x="4488" y="7280"/>
                    <a:pt x="4479" y="7289"/>
                  </a:cubicBezTo>
                  <a:cubicBezTo>
                    <a:pt x="4470" y="7334"/>
                    <a:pt x="4470" y="7396"/>
                    <a:pt x="4470" y="7450"/>
                  </a:cubicBezTo>
                  <a:lnTo>
                    <a:pt x="3685" y="7450"/>
                  </a:lnTo>
                  <a:lnTo>
                    <a:pt x="2508" y="6281"/>
                  </a:lnTo>
                  <a:cubicBezTo>
                    <a:pt x="2508" y="6272"/>
                    <a:pt x="2517" y="6263"/>
                    <a:pt x="2517" y="6254"/>
                  </a:cubicBezTo>
                  <a:cubicBezTo>
                    <a:pt x="2517" y="6228"/>
                    <a:pt x="2490" y="6201"/>
                    <a:pt x="2463" y="6201"/>
                  </a:cubicBezTo>
                  <a:cubicBezTo>
                    <a:pt x="2427" y="6201"/>
                    <a:pt x="2410" y="6228"/>
                    <a:pt x="2410" y="6254"/>
                  </a:cubicBezTo>
                  <a:cubicBezTo>
                    <a:pt x="2410" y="6281"/>
                    <a:pt x="2427" y="6308"/>
                    <a:pt x="2463" y="6308"/>
                  </a:cubicBezTo>
                  <a:cubicBezTo>
                    <a:pt x="2472" y="6308"/>
                    <a:pt x="2490" y="6299"/>
                    <a:pt x="2499" y="6290"/>
                  </a:cubicBezTo>
                  <a:lnTo>
                    <a:pt x="3676" y="7468"/>
                  </a:lnTo>
                  <a:lnTo>
                    <a:pt x="4470" y="7468"/>
                  </a:lnTo>
                  <a:cubicBezTo>
                    <a:pt x="4470" y="7503"/>
                    <a:pt x="4470" y="7539"/>
                    <a:pt x="4470" y="7575"/>
                  </a:cubicBezTo>
                  <a:lnTo>
                    <a:pt x="3899" y="7575"/>
                  </a:lnTo>
                  <a:cubicBezTo>
                    <a:pt x="3899" y="7566"/>
                    <a:pt x="3890" y="7548"/>
                    <a:pt x="3873" y="7539"/>
                  </a:cubicBezTo>
                  <a:cubicBezTo>
                    <a:pt x="3865" y="7534"/>
                    <a:pt x="3857" y="7532"/>
                    <a:pt x="3849" y="7532"/>
                  </a:cubicBezTo>
                  <a:cubicBezTo>
                    <a:pt x="3828" y="7532"/>
                    <a:pt x="3808" y="7547"/>
                    <a:pt x="3801" y="7566"/>
                  </a:cubicBezTo>
                  <a:cubicBezTo>
                    <a:pt x="3783" y="7593"/>
                    <a:pt x="3801" y="7619"/>
                    <a:pt x="3828" y="7637"/>
                  </a:cubicBezTo>
                  <a:cubicBezTo>
                    <a:pt x="3835" y="7639"/>
                    <a:pt x="3841" y="7641"/>
                    <a:pt x="3848" y="7641"/>
                  </a:cubicBezTo>
                  <a:cubicBezTo>
                    <a:pt x="3868" y="7641"/>
                    <a:pt x="3886" y="7631"/>
                    <a:pt x="3899" y="7610"/>
                  </a:cubicBezTo>
                  <a:cubicBezTo>
                    <a:pt x="3899" y="7602"/>
                    <a:pt x="3899" y="7602"/>
                    <a:pt x="3899" y="7593"/>
                  </a:cubicBezTo>
                  <a:lnTo>
                    <a:pt x="4470" y="7593"/>
                  </a:lnTo>
                  <a:cubicBezTo>
                    <a:pt x="4470" y="7646"/>
                    <a:pt x="4479" y="7700"/>
                    <a:pt x="4479" y="7753"/>
                  </a:cubicBezTo>
                  <a:lnTo>
                    <a:pt x="4042" y="7753"/>
                  </a:lnTo>
                  <a:cubicBezTo>
                    <a:pt x="4042" y="7735"/>
                    <a:pt x="4033" y="7717"/>
                    <a:pt x="4015" y="7709"/>
                  </a:cubicBezTo>
                  <a:cubicBezTo>
                    <a:pt x="4009" y="7706"/>
                    <a:pt x="4002" y="7705"/>
                    <a:pt x="3995" y="7705"/>
                  </a:cubicBezTo>
                  <a:cubicBezTo>
                    <a:pt x="3976" y="7705"/>
                    <a:pt x="3957" y="7715"/>
                    <a:pt x="3944" y="7735"/>
                  </a:cubicBezTo>
                  <a:cubicBezTo>
                    <a:pt x="3935" y="7762"/>
                    <a:pt x="3944" y="7789"/>
                    <a:pt x="3971" y="7807"/>
                  </a:cubicBezTo>
                  <a:cubicBezTo>
                    <a:pt x="3977" y="7809"/>
                    <a:pt x="3984" y="7810"/>
                    <a:pt x="3991" y="7810"/>
                  </a:cubicBezTo>
                  <a:cubicBezTo>
                    <a:pt x="4010" y="7810"/>
                    <a:pt x="4029" y="7800"/>
                    <a:pt x="4042" y="7780"/>
                  </a:cubicBezTo>
                  <a:cubicBezTo>
                    <a:pt x="4042" y="7780"/>
                    <a:pt x="4042" y="7771"/>
                    <a:pt x="4042" y="7771"/>
                  </a:cubicBezTo>
                  <a:lnTo>
                    <a:pt x="4488" y="7771"/>
                  </a:lnTo>
                  <a:cubicBezTo>
                    <a:pt x="4488" y="7816"/>
                    <a:pt x="4497" y="7869"/>
                    <a:pt x="4497" y="7923"/>
                  </a:cubicBezTo>
                  <a:lnTo>
                    <a:pt x="4176" y="7923"/>
                  </a:lnTo>
                  <a:cubicBezTo>
                    <a:pt x="4176" y="7914"/>
                    <a:pt x="4167" y="7896"/>
                    <a:pt x="4149" y="7887"/>
                  </a:cubicBezTo>
                  <a:cubicBezTo>
                    <a:pt x="4142" y="7885"/>
                    <a:pt x="4135" y="7884"/>
                    <a:pt x="4128" y="7884"/>
                  </a:cubicBezTo>
                  <a:cubicBezTo>
                    <a:pt x="4106" y="7884"/>
                    <a:pt x="4084" y="7894"/>
                    <a:pt x="4078" y="7914"/>
                  </a:cubicBezTo>
                  <a:cubicBezTo>
                    <a:pt x="4060" y="7941"/>
                    <a:pt x="4078" y="7967"/>
                    <a:pt x="4105" y="7985"/>
                  </a:cubicBezTo>
                  <a:cubicBezTo>
                    <a:pt x="4109" y="7987"/>
                    <a:pt x="4115" y="7988"/>
                    <a:pt x="4121" y="7988"/>
                  </a:cubicBezTo>
                  <a:cubicBezTo>
                    <a:pt x="4139" y="7988"/>
                    <a:pt x="4163" y="7978"/>
                    <a:pt x="4176" y="7958"/>
                  </a:cubicBezTo>
                  <a:cubicBezTo>
                    <a:pt x="4176" y="7958"/>
                    <a:pt x="4176" y="7949"/>
                    <a:pt x="4176" y="7941"/>
                  </a:cubicBezTo>
                  <a:lnTo>
                    <a:pt x="4506" y="7941"/>
                  </a:lnTo>
                  <a:cubicBezTo>
                    <a:pt x="4506" y="7976"/>
                    <a:pt x="4506" y="8003"/>
                    <a:pt x="4515" y="8039"/>
                  </a:cubicBezTo>
                  <a:cubicBezTo>
                    <a:pt x="4515" y="8056"/>
                    <a:pt x="4515" y="8083"/>
                    <a:pt x="4515" y="8101"/>
                  </a:cubicBezTo>
                  <a:lnTo>
                    <a:pt x="4328" y="8101"/>
                  </a:lnTo>
                  <a:cubicBezTo>
                    <a:pt x="4328" y="8083"/>
                    <a:pt x="4310" y="8074"/>
                    <a:pt x="4301" y="8065"/>
                  </a:cubicBezTo>
                  <a:cubicBezTo>
                    <a:pt x="4291" y="8059"/>
                    <a:pt x="4281" y="8056"/>
                    <a:pt x="4271" y="8056"/>
                  </a:cubicBezTo>
                  <a:cubicBezTo>
                    <a:pt x="4252" y="8056"/>
                    <a:pt x="4235" y="8066"/>
                    <a:pt x="4229" y="8083"/>
                  </a:cubicBezTo>
                  <a:cubicBezTo>
                    <a:pt x="4212" y="8110"/>
                    <a:pt x="4221" y="8146"/>
                    <a:pt x="4247" y="8155"/>
                  </a:cubicBezTo>
                  <a:cubicBezTo>
                    <a:pt x="4257" y="8161"/>
                    <a:pt x="4267" y="8164"/>
                    <a:pt x="4278" y="8164"/>
                  </a:cubicBezTo>
                  <a:cubicBezTo>
                    <a:pt x="4296" y="8164"/>
                    <a:pt x="4313" y="8154"/>
                    <a:pt x="4319" y="8137"/>
                  </a:cubicBezTo>
                  <a:cubicBezTo>
                    <a:pt x="4328" y="8128"/>
                    <a:pt x="4328" y="8128"/>
                    <a:pt x="4328" y="8119"/>
                  </a:cubicBezTo>
                  <a:lnTo>
                    <a:pt x="4524" y="8119"/>
                  </a:lnTo>
                  <a:cubicBezTo>
                    <a:pt x="4524" y="8164"/>
                    <a:pt x="4533" y="8199"/>
                    <a:pt x="4533" y="8244"/>
                  </a:cubicBezTo>
                  <a:lnTo>
                    <a:pt x="4247" y="8244"/>
                  </a:lnTo>
                  <a:lnTo>
                    <a:pt x="4051" y="8378"/>
                  </a:lnTo>
                  <a:lnTo>
                    <a:pt x="3659" y="8378"/>
                  </a:lnTo>
                  <a:lnTo>
                    <a:pt x="3659" y="8387"/>
                  </a:lnTo>
                  <a:cubicBezTo>
                    <a:pt x="3650" y="8342"/>
                    <a:pt x="3605" y="8315"/>
                    <a:pt x="3560" y="8315"/>
                  </a:cubicBezTo>
                  <a:lnTo>
                    <a:pt x="3534" y="8315"/>
                  </a:lnTo>
                  <a:lnTo>
                    <a:pt x="3534" y="7753"/>
                  </a:lnTo>
                  <a:lnTo>
                    <a:pt x="1803" y="6014"/>
                  </a:lnTo>
                  <a:lnTo>
                    <a:pt x="866" y="6014"/>
                  </a:lnTo>
                  <a:lnTo>
                    <a:pt x="866" y="6031"/>
                  </a:lnTo>
                  <a:lnTo>
                    <a:pt x="1794" y="6031"/>
                  </a:lnTo>
                  <a:lnTo>
                    <a:pt x="3516" y="7762"/>
                  </a:lnTo>
                  <a:lnTo>
                    <a:pt x="3516" y="8315"/>
                  </a:lnTo>
                  <a:lnTo>
                    <a:pt x="3257" y="8315"/>
                  </a:lnTo>
                  <a:cubicBezTo>
                    <a:pt x="3212" y="8315"/>
                    <a:pt x="3177" y="8342"/>
                    <a:pt x="3168" y="8387"/>
                  </a:cubicBezTo>
                  <a:lnTo>
                    <a:pt x="3168" y="8378"/>
                  </a:lnTo>
                  <a:lnTo>
                    <a:pt x="2517" y="8378"/>
                  </a:lnTo>
                  <a:lnTo>
                    <a:pt x="2276" y="8627"/>
                  </a:lnTo>
                  <a:lnTo>
                    <a:pt x="2276" y="9145"/>
                  </a:lnTo>
                  <a:lnTo>
                    <a:pt x="1910" y="9493"/>
                  </a:lnTo>
                  <a:lnTo>
                    <a:pt x="1268" y="9493"/>
                  </a:lnTo>
                  <a:lnTo>
                    <a:pt x="1268" y="9404"/>
                  </a:lnTo>
                  <a:lnTo>
                    <a:pt x="1794" y="9404"/>
                  </a:lnTo>
                  <a:lnTo>
                    <a:pt x="2133" y="9038"/>
                  </a:lnTo>
                  <a:lnTo>
                    <a:pt x="2133" y="7396"/>
                  </a:lnTo>
                  <a:lnTo>
                    <a:pt x="1241" y="6513"/>
                  </a:lnTo>
                  <a:lnTo>
                    <a:pt x="866" y="6513"/>
                  </a:lnTo>
                  <a:lnTo>
                    <a:pt x="866" y="6531"/>
                  </a:lnTo>
                  <a:lnTo>
                    <a:pt x="1232" y="6531"/>
                  </a:lnTo>
                  <a:lnTo>
                    <a:pt x="2115" y="7405"/>
                  </a:lnTo>
                  <a:lnTo>
                    <a:pt x="2115" y="9029"/>
                  </a:lnTo>
                  <a:lnTo>
                    <a:pt x="1785" y="9386"/>
                  </a:lnTo>
                  <a:lnTo>
                    <a:pt x="1268" y="9386"/>
                  </a:lnTo>
                  <a:lnTo>
                    <a:pt x="1268" y="9198"/>
                  </a:lnTo>
                  <a:lnTo>
                    <a:pt x="1669" y="9198"/>
                  </a:lnTo>
                  <a:lnTo>
                    <a:pt x="1892" y="8975"/>
                  </a:lnTo>
                  <a:lnTo>
                    <a:pt x="1892" y="7396"/>
                  </a:lnTo>
                  <a:lnTo>
                    <a:pt x="1883" y="7396"/>
                  </a:lnTo>
                  <a:lnTo>
                    <a:pt x="1241" y="6763"/>
                  </a:lnTo>
                  <a:lnTo>
                    <a:pt x="839" y="6763"/>
                  </a:lnTo>
                  <a:lnTo>
                    <a:pt x="839" y="6781"/>
                  </a:lnTo>
                  <a:lnTo>
                    <a:pt x="1232" y="6781"/>
                  </a:lnTo>
                  <a:lnTo>
                    <a:pt x="1874" y="7405"/>
                  </a:lnTo>
                  <a:lnTo>
                    <a:pt x="1874" y="8975"/>
                  </a:lnTo>
                  <a:lnTo>
                    <a:pt x="1660" y="9181"/>
                  </a:lnTo>
                  <a:lnTo>
                    <a:pt x="1268" y="9181"/>
                  </a:lnTo>
                  <a:lnTo>
                    <a:pt x="1268" y="9154"/>
                  </a:lnTo>
                  <a:cubicBezTo>
                    <a:pt x="1268" y="9082"/>
                    <a:pt x="1223" y="9029"/>
                    <a:pt x="1170" y="9011"/>
                  </a:cubicBezTo>
                  <a:lnTo>
                    <a:pt x="1170" y="8128"/>
                  </a:lnTo>
                  <a:lnTo>
                    <a:pt x="1170" y="8119"/>
                  </a:lnTo>
                  <a:lnTo>
                    <a:pt x="420" y="7396"/>
                  </a:lnTo>
                  <a:lnTo>
                    <a:pt x="420" y="7173"/>
                  </a:lnTo>
                  <a:cubicBezTo>
                    <a:pt x="438" y="7173"/>
                    <a:pt x="456" y="7164"/>
                    <a:pt x="465" y="7147"/>
                  </a:cubicBezTo>
                  <a:cubicBezTo>
                    <a:pt x="474" y="7120"/>
                    <a:pt x="465" y="7084"/>
                    <a:pt x="438" y="7075"/>
                  </a:cubicBezTo>
                  <a:cubicBezTo>
                    <a:pt x="429" y="7069"/>
                    <a:pt x="419" y="7066"/>
                    <a:pt x="410" y="7066"/>
                  </a:cubicBezTo>
                  <a:cubicBezTo>
                    <a:pt x="393" y="7066"/>
                    <a:pt x="378" y="7076"/>
                    <a:pt x="367" y="7093"/>
                  </a:cubicBezTo>
                  <a:cubicBezTo>
                    <a:pt x="358" y="7120"/>
                    <a:pt x="367" y="7155"/>
                    <a:pt x="393" y="7164"/>
                  </a:cubicBezTo>
                  <a:cubicBezTo>
                    <a:pt x="393" y="7173"/>
                    <a:pt x="402" y="7173"/>
                    <a:pt x="402" y="7173"/>
                  </a:cubicBezTo>
                  <a:lnTo>
                    <a:pt x="402" y="7396"/>
                  </a:lnTo>
                  <a:lnTo>
                    <a:pt x="411" y="7405"/>
                  </a:lnTo>
                  <a:lnTo>
                    <a:pt x="1152" y="8137"/>
                  </a:lnTo>
                  <a:lnTo>
                    <a:pt x="1152" y="9002"/>
                  </a:lnTo>
                  <a:lnTo>
                    <a:pt x="1027" y="9002"/>
                  </a:lnTo>
                  <a:lnTo>
                    <a:pt x="1027" y="8190"/>
                  </a:lnTo>
                  <a:lnTo>
                    <a:pt x="251" y="7432"/>
                  </a:lnTo>
                  <a:lnTo>
                    <a:pt x="251" y="7120"/>
                  </a:lnTo>
                  <a:cubicBezTo>
                    <a:pt x="260" y="7120"/>
                    <a:pt x="277" y="7111"/>
                    <a:pt x="286" y="7093"/>
                  </a:cubicBezTo>
                  <a:cubicBezTo>
                    <a:pt x="304" y="7066"/>
                    <a:pt x="286" y="7039"/>
                    <a:pt x="260" y="7022"/>
                  </a:cubicBezTo>
                  <a:cubicBezTo>
                    <a:pt x="253" y="7019"/>
                    <a:pt x="246" y="7018"/>
                    <a:pt x="240" y="7018"/>
                  </a:cubicBezTo>
                  <a:cubicBezTo>
                    <a:pt x="220" y="7018"/>
                    <a:pt x="202" y="7028"/>
                    <a:pt x="188" y="7048"/>
                  </a:cubicBezTo>
                  <a:cubicBezTo>
                    <a:pt x="179" y="7075"/>
                    <a:pt x="188" y="7102"/>
                    <a:pt x="215" y="7120"/>
                  </a:cubicBezTo>
                  <a:lnTo>
                    <a:pt x="233" y="7120"/>
                  </a:lnTo>
                  <a:lnTo>
                    <a:pt x="233" y="7441"/>
                  </a:lnTo>
                  <a:lnTo>
                    <a:pt x="1009" y="8199"/>
                  </a:lnTo>
                  <a:lnTo>
                    <a:pt x="1009" y="9002"/>
                  </a:lnTo>
                  <a:lnTo>
                    <a:pt x="875" y="9002"/>
                  </a:lnTo>
                  <a:lnTo>
                    <a:pt x="875" y="8699"/>
                  </a:lnTo>
                  <a:lnTo>
                    <a:pt x="875" y="8690"/>
                  </a:lnTo>
                  <a:lnTo>
                    <a:pt x="331" y="8164"/>
                  </a:lnTo>
                  <a:lnTo>
                    <a:pt x="37" y="8164"/>
                  </a:lnTo>
                  <a:lnTo>
                    <a:pt x="37" y="4372"/>
                  </a:lnTo>
                  <a:lnTo>
                    <a:pt x="804" y="4372"/>
                  </a:lnTo>
                  <a:lnTo>
                    <a:pt x="1205" y="3953"/>
                  </a:lnTo>
                  <a:cubicBezTo>
                    <a:pt x="1214" y="3962"/>
                    <a:pt x="1223" y="3971"/>
                    <a:pt x="1241" y="3971"/>
                  </a:cubicBezTo>
                  <a:cubicBezTo>
                    <a:pt x="1268" y="3971"/>
                    <a:pt x="1294" y="3944"/>
                    <a:pt x="1294" y="3917"/>
                  </a:cubicBezTo>
                  <a:cubicBezTo>
                    <a:pt x="1294" y="3881"/>
                    <a:pt x="1268" y="3864"/>
                    <a:pt x="1241" y="3864"/>
                  </a:cubicBezTo>
                  <a:cubicBezTo>
                    <a:pt x="1205" y="3864"/>
                    <a:pt x="1187" y="3881"/>
                    <a:pt x="1187" y="3917"/>
                  </a:cubicBezTo>
                  <a:cubicBezTo>
                    <a:pt x="1187" y="3926"/>
                    <a:pt x="1187" y="3935"/>
                    <a:pt x="1196" y="3944"/>
                  </a:cubicBezTo>
                  <a:lnTo>
                    <a:pt x="795" y="4354"/>
                  </a:lnTo>
                  <a:lnTo>
                    <a:pt x="37" y="4354"/>
                  </a:lnTo>
                  <a:lnTo>
                    <a:pt x="37" y="4256"/>
                  </a:lnTo>
                  <a:lnTo>
                    <a:pt x="715" y="4256"/>
                  </a:lnTo>
                  <a:lnTo>
                    <a:pt x="1000" y="3962"/>
                  </a:lnTo>
                  <a:cubicBezTo>
                    <a:pt x="1009" y="3962"/>
                    <a:pt x="1018" y="3971"/>
                    <a:pt x="1027" y="3971"/>
                  </a:cubicBezTo>
                  <a:cubicBezTo>
                    <a:pt x="1054" y="3971"/>
                    <a:pt x="1080" y="3944"/>
                    <a:pt x="1080" y="3917"/>
                  </a:cubicBezTo>
                  <a:cubicBezTo>
                    <a:pt x="1080" y="3881"/>
                    <a:pt x="1054" y="3864"/>
                    <a:pt x="1027" y="3864"/>
                  </a:cubicBezTo>
                  <a:cubicBezTo>
                    <a:pt x="991" y="3864"/>
                    <a:pt x="973" y="3881"/>
                    <a:pt x="973" y="3917"/>
                  </a:cubicBezTo>
                  <a:cubicBezTo>
                    <a:pt x="973" y="3926"/>
                    <a:pt x="973" y="3944"/>
                    <a:pt x="982" y="3953"/>
                  </a:cubicBezTo>
                  <a:lnTo>
                    <a:pt x="706" y="4238"/>
                  </a:lnTo>
                  <a:lnTo>
                    <a:pt x="37" y="4238"/>
                  </a:lnTo>
                  <a:lnTo>
                    <a:pt x="37" y="4122"/>
                  </a:lnTo>
                  <a:lnTo>
                    <a:pt x="616" y="4122"/>
                  </a:lnTo>
                  <a:lnTo>
                    <a:pt x="768" y="3962"/>
                  </a:lnTo>
                  <a:cubicBezTo>
                    <a:pt x="777" y="3962"/>
                    <a:pt x="786" y="3971"/>
                    <a:pt x="804" y="3971"/>
                  </a:cubicBezTo>
                  <a:cubicBezTo>
                    <a:pt x="831" y="3971"/>
                    <a:pt x="857" y="3944"/>
                    <a:pt x="857" y="3917"/>
                  </a:cubicBezTo>
                  <a:cubicBezTo>
                    <a:pt x="857" y="3881"/>
                    <a:pt x="831" y="3864"/>
                    <a:pt x="804" y="3864"/>
                  </a:cubicBezTo>
                  <a:cubicBezTo>
                    <a:pt x="768" y="3864"/>
                    <a:pt x="750" y="3881"/>
                    <a:pt x="750" y="3917"/>
                  </a:cubicBezTo>
                  <a:cubicBezTo>
                    <a:pt x="750" y="3926"/>
                    <a:pt x="750" y="3935"/>
                    <a:pt x="759" y="3944"/>
                  </a:cubicBezTo>
                  <a:lnTo>
                    <a:pt x="608" y="4104"/>
                  </a:lnTo>
                  <a:lnTo>
                    <a:pt x="37" y="4104"/>
                  </a:lnTo>
                  <a:lnTo>
                    <a:pt x="37" y="3453"/>
                  </a:lnTo>
                  <a:lnTo>
                    <a:pt x="313" y="3453"/>
                  </a:lnTo>
                  <a:lnTo>
                    <a:pt x="465" y="3578"/>
                  </a:lnTo>
                  <a:cubicBezTo>
                    <a:pt x="456" y="3587"/>
                    <a:pt x="447" y="3605"/>
                    <a:pt x="447" y="3614"/>
                  </a:cubicBezTo>
                  <a:cubicBezTo>
                    <a:pt x="447" y="3650"/>
                    <a:pt x="474" y="3667"/>
                    <a:pt x="500" y="3667"/>
                  </a:cubicBezTo>
                  <a:cubicBezTo>
                    <a:pt x="536" y="3667"/>
                    <a:pt x="554" y="3650"/>
                    <a:pt x="554" y="3614"/>
                  </a:cubicBezTo>
                  <a:cubicBezTo>
                    <a:pt x="554" y="3587"/>
                    <a:pt x="536" y="3560"/>
                    <a:pt x="500" y="3560"/>
                  </a:cubicBezTo>
                  <a:cubicBezTo>
                    <a:pt x="492" y="3560"/>
                    <a:pt x="483" y="3569"/>
                    <a:pt x="483" y="3569"/>
                  </a:cubicBezTo>
                  <a:lnTo>
                    <a:pt x="322" y="3435"/>
                  </a:lnTo>
                  <a:lnTo>
                    <a:pt x="37" y="3435"/>
                  </a:lnTo>
                  <a:lnTo>
                    <a:pt x="37" y="3355"/>
                  </a:lnTo>
                  <a:lnTo>
                    <a:pt x="447" y="3355"/>
                  </a:lnTo>
                  <a:lnTo>
                    <a:pt x="706" y="3587"/>
                  </a:lnTo>
                  <a:cubicBezTo>
                    <a:pt x="697" y="3596"/>
                    <a:pt x="697" y="3605"/>
                    <a:pt x="697" y="3614"/>
                  </a:cubicBezTo>
                  <a:cubicBezTo>
                    <a:pt x="697" y="3650"/>
                    <a:pt x="715" y="3667"/>
                    <a:pt x="750" y="3667"/>
                  </a:cubicBezTo>
                  <a:cubicBezTo>
                    <a:pt x="777" y="3667"/>
                    <a:pt x="804" y="3650"/>
                    <a:pt x="804" y="3614"/>
                  </a:cubicBezTo>
                  <a:cubicBezTo>
                    <a:pt x="804" y="3587"/>
                    <a:pt x="777" y="3560"/>
                    <a:pt x="750" y="3560"/>
                  </a:cubicBezTo>
                  <a:cubicBezTo>
                    <a:pt x="732" y="3560"/>
                    <a:pt x="723" y="3569"/>
                    <a:pt x="715" y="3569"/>
                  </a:cubicBezTo>
                  <a:lnTo>
                    <a:pt x="456" y="3337"/>
                  </a:lnTo>
                  <a:lnTo>
                    <a:pt x="37" y="3337"/>
                  </a:lnTo>
                  <a:lnTo>
                    <a:pt x="37" y="3186"/>
                  </a:lnTo>
                  <a:lnTo>
                    <a:pt x="518" y="3186"/>
                  </a:lnTo>
                  <a:lnTo>
                    <a:pt x="947" y="3587"/>
                  </a:lnTo>
                  <a:cubicBezTo>
                    <a:pt x="938" y="3596"/>
                    <a:pt x="938" y="3605"/>
                    <a:pt x="938" y="3614"/>
                  </a:cubicBezTo>
                  <a:cubicBezTo>
                    <a:pt x="938" y="3650"/>
                    <a:pt x="964" y="3667"/>
                    <a:pt x="991" y="3667"/>
                  </a:cubicBezTo>
                  <a:cubicBezTo>
                    <a:pt x="1018" y="3667"/>
                    <a:pt x="1045" y="3650"/>
                    <a:pt x="1045" y="3614"/>
                  </a:cubicBezTo>
                  <a:cubicBezTo>
                    <a:pt x="1045" y="3587"/>
                    <a:pt x="1018" y="3560"/>
                    <a:pt x="991" y="3560"/>
                  </a:cubicBezTo>
                  <a:cubicBezTo>
                    <a:pt x="973" y="3560"/>
                    <a:pt x="964" y="3569"/>
                    <a:pt x="955" y="3578"/>
                  </a:cubicBezTo>
                  <a:lnTo>
                    <a:pt x="527" y="3168"/>
                  </a:lnTo>
                  <a:lnTo>
                    <a:pt x="37" y="3168"/>
                  </a:lnTo>
                  <a:lnTo>
                    <a:pt x="37" y="1946"/>
                  </a:lnTo>
                  <a:lnTo>
                    <a:pt x="286" y="1946"/>
                  </a:lnTo>
                  <a:lnTo>
                    <a:pt x="393" y="1856"/>
                  </a:lnTo>
                  <a:close/>
                  <a:moveTo>
                    <a:pt x="4051" y="8708"/>
                  </a:moveTo>
                  <a:lnTo>
                    <a:pt x="4203" y="8842"/>
                  </a:lnTo>
                  <a:lnTo>
                    <a:pt x="4542" y="8842"/>
                  </a:lnTo>
                  <a:cubicBezTo>
                    <a:pt x="4542" y="8895"/>
                    <a:pt x="4524" y="8949"/>
                    <a:pt x="4506" y="8993"/>
                  </a:cubicBezTo>
                  <a:cubicBezTo>
                    <a:pt x="4399" y="9279"/>
                    <a:pt x="4149" y="9644"/>
                    <a:pt x="3828" y="9983"/>
                  </a:cubicBezTo>
                  <a:lnTo>
                    <a:pt x="3828" y="9279"/>
                  </a:lnTo>
                  <a:lnTo>
                    <a:pt x="3614" y="9056"/>
                  </a:lnTo>
                  <a:lnTo>
                    <a:pt x="3614" y="8797"/>
                  </a:lnTo>
                  <a:lnTo>
                    <a:pt x="3605" y="8797"/>
                  </a:lnTo>
                  <a:cubicBezTo>
                    <a:pt x="3632" y="8788"/>
                    <a:pt x="3659" y="8752"/>
                    <a:pt x="3659" y="8708"/>
                  </a:cubicBezTo>
                  <a:close/>
                  <a:moveTo>
                    <a:pt x="3596" y="8806"/>
                  </a:moveTo>
                  <a:lnTo>
                    <a:pt x="3596" y="9056"/>
                  </a:lnTo>
                  <a:lnTo>
                    <a:pt x="3810" y="9279"/>
                  </a:lnTo>
                  <a:lnTo>
                    <a:pt x="3810" y="10010"/>
                  </a:lnTo>
                  <a:cubicBezTo>
                    <a:pt x="3792" y="10037"/>
                    <a:pt x="3766" y="10064"/>
                    <a:pt x="3739" y="10090"/>
                  </a:cubicBezTo>
                  <a:lnTo>
                    <a:pt x="3739" y="9305"/>
                  </a:lnTo>
                  <a:lnTo>
                    <a:pt x="3516" y="9091"/>
                  </a:lnTo>
                  <a:lnTo>
                    <a:pt x="3516" y="8806"/>
                  </a:lnTo>
                  <a:close/>
                  <a:moveTo>
                    <a:pt x="3498" y="8806"/>
                  </a:moveTo>
                  <a:lnTo>
                    <a:pt x="3498" y="9091"/>
                  </a:lnTo>
                  <a:lnTo>
                    <a:pt x="3721" y="9314"/>
                  </a:lnTo>
                  <a:lnTo>
                    <a:pt x="3721" y="10108"/>
                  </a:lnTo>
                  <a:cubicBezTo>
                    <a:pt x="3676" y="10153"/>
                    <a:pt x="3632" y="10198"/>
                    <a:pt x="3587" y="10242"/>
                  </a:cubicBezTo>
                  <a:lnTo>
                    <a:pt x="3587" y="9377"/>
                  </a:lnTo>
                  <a:cubicBezTo>
                    <a:pt x="3605" y="9377"/>
                    <a:pt x="3614" y="9368"/>
                    <a:pt x="3623" y="9350"/>
                  </a:cubicBezTo>
                  <a:cubicBezTo>
                    <a:pt x="3641" y="9323"/>
                    <a:pt x="3632" y="9297"/>
                    <a:pt x="3605" y="9279"/>
                  </a:cubicBezTo>
                  <a:cubicBezTo>
                    <a:pt x="3598" y="9276"/>
                    <a:pt x="3591" y="9275"/>
                    <a:pt x="3584" y="9275"/>
                  </a:cubicBezTo>
                  <a:cubicBezTo>
                    <a:pt x="3562" y="9275"/>
                    <a:pt x="3540" y="9285"/>
                    <a:pt x="3534" y="9305"/>
                  </a:cubicBezTo>
                  <a:cubicBezTo>
                    <a:pt x="3516" y="9332"/>
                    <a:pt x="3525" y="9359"/>
                    <a:pt x="3551" y="9377"/>
                  </a:cubicBezTo>
                  <a:lnTo>
                    <a:pt x="3569" y="9377"/>
                  </a:lnTo>
                  <a:lnTo>
                    <a:pt x="3569" y="10260"/>
                  </a:lnTo>
                  <a:cubicBezTo>
                    <a:pt x="3525" y="10305"/>
                    <a:pt x="3480" y="10349"/>
                    <a:pt x="3435" y="10385"/>
                  </a:cubicBezTo>
                  <a:lnTo>
                    <a:pt x="3435" y="9484"/>
                  </a:lnTo>
                  <a:cubicBezTo>
                    <a:pt x="3453" y="9484"/>
                    <a:pt x="3471" y="9475"/>
                    <a:pt x="3480" y="9457"/>
                  </a:cubicBezTo>
                  <a:cubicBezTo>
                    <a:pt x="3489" y="9430"/>
                    <a:pt x="3480" y="9404"/>
                    <a:pt x="3453" y="9386"/>
                  </a:cubicBezTo>
                  <a:cubicBezTo>
                    <a:pt x="3447" y="9383"/>
                    <a:pt x="3439" y="9382"/>
                    <a:pt x="3432" y="9382"/>
                  </a:cubicBezTo>
                  <a:cubicBezTo>
                    <a:pt x="3410" y="9382"/>
                    <a:pt x="3389" y="9392"/>
                    <a:pt x="3382" y="9412"/>
                  </a:cubicBezTo>
                  <a:cubicBezTo>
                    <a:pt x="3364" y="9439"/>
                    <a:pt x="3373" y="9466"/>
                    <a:pt x="3400" y="9484"/>
                  </a:cubicBezTo>
                  <a:lnTo>
                    <a:pt x="3418" y="9484"/>
                  </a:lnTo>
                  <a:lnTo>
                    <a:pt x="3418" y="10403"/>
                  </a:lnTo>
                  <a:cubicBezTo>
                    <a:pt x="3364" y="10447"/>
                    <a:pt x="3311" y="10501"/>
                    <a:pt x="3257" y="10545"/>
                  </a:cubicBezTo>
                  <a:lnTo>
                    <a:pt x="3257" y="9680"/>
                  </a:lnTo>
                  <a:cubicBezTo>
                    <a:pt x="3275" y="9680"/>
                    <a:pt x="3293" y="9671"/>
                    <a:pt x="3302" y="9653"/>
                  </a:cubicBezTo>
                  <a:cubicBezTo>
                    <a:pt x="3311" y="9627"/>
                    <a:pt x="3302" y="9591"/>
                    <a:pt x="3275" y="9582"/>
                  </a:cubicBezTo>
                  <a:cubicBezTo>
                    <a:pt x="3267" y="9577"/>
                    <a:pt x="3259" y="9575"/>
                    <a:pt x="3251" y="9575"/>
                  </a:cubicBezTo>
                  <a:cubicBezTo>
                    <a:pt x="3230" y="9575"/>
                    <a:pt x="3210" y="9589"/>
                    <a:pt x="3204" y="9609"/>
                  </a:cubicBezTo>
                  <a:cubicBezTo>
                    <a:pt x="3186" y="9636"/>
                    <a:pt x="3204" y="9662"/>
                    <a:pt x="3221" y="9680"/>
                  </a:cubicBezTo>
                  <a:lnTo>
                    <a:pt x="3239" y="9680"/>
                  </a:lnTo>
                  <a:lnTo>
                    <a:pt x="3239" y="10563"/>
                  </a:lnTo>
                  <a:cubicBezTo>
                    <a:pt x="3195" y="10599"/>
                    <a:pt x="3150" y="10635"/>
                    <a:pt x="3105" y="10670"/>
                  </a:cubicBezTo>
                  <a:lnTo>
                    <a:pt x="3105" y="9350"/>
                  </a:lnTo>
                  <a:lnTo>
                    <a:pt x="3373" y="9073"/>
                  </a:lnTo>
                  <a:lnTo>
                    <a:pt x="3373" y="8806"/>
                  </a:lnTo>
                  <a:close/>
                  <a:moveTo>
                    <a:pt x="3177" y="8770"/>
                  </a:moveTo>
                  <a:cubicBezTo>
                    <a:pt x="3195" y="8788"/>
                    <a:pt x="3221" y="8806"/>
                    <a:pt x="3257" y="8806"/>
                  </a:cubicBezTo>
                  <a:lnTo>
                    <a:pt x="3355" y="8806"/>
                  </a:lnTo>
                  <a:lnTo>
                    <a:pt x="3355" y="9065"/>
                  </a:lnTo>
                  <a:lnTo>
                    <a:pt x="3088" y="9341"/>
                  </a:lnTo>
                  <a:lnTo>
                    <a:pt x="3088" y="10679"/>
                  </a:lnTo>
                  <a:cubicBezTo>
                    <a:pt x="3061" y="10706"/>
                    <a:pt x="3034" y="10724"/>
                    <a:pt x="3007" y="10751"/>
                  </a:cubicBezTo>
                  <a:lnTo>
                    <a:pt x="3007" y="9332"/>
                  </a:lnTo>
                  <a:lnTo>
                    <a:pt x="3257" y="9073"/>
                  </a:lnTo>
                  <a:lnTo>
                    <a:pt x="3257" y="8806"/>
                  </a:lnTo>
                  <a:lnTo>
                    <a:pt x="3239" y="8806"/>
                  </a:lnTo>
                  <a:lnTo>
                    <a:pt x="3239" y="9065"/>
                  </a:lnTo>
                  <a:lnTo>
                    <a:pt x="2981" y="9323"/>
                  </a:lnTo>
                  <a:lnTo>
                    <a:pt x="2981" y="10760"/>
                  </a:lnTo>
                  <a:cubicBezTo>
                    <a:pt x="2900" y="10822"/>
                    <a:pt x="2820" y="10876"/>
                    <a:pt x="2740" y="10929"/>
                  </a:cubicBezTo>
                  <a:lnTo>
                    <a:pt x="2740" y="8859"/>
                  </a:lnTo>
                  <a:lnTo>
                    <a:pt x="2820" y="8779"/>
                  </a:lnTo>
                  <a:lnTo>
                    <a:pt x="3177" y="8779"/>
                  </a:lnTo>
                  <a:lnTo>
                    <a:pt x="3177" y="8770"/>
                  </a:lnTo>
                  <a:close/>
                  <a:moveTo>
                    <a:pt x="3159" y="8627"/>
                  </a:moveTo>
                  <a:lnTo>
                    <a:pt x="3159" y="8708"/>
                  </a:lnTo>
                  <a:cubicBezTo>
                    <a:pt x="3159" y="8726"/>
                    <a:pt x="3168" y="8743"/>
                    <a:pt x="3177" y="8761"/>
                  </a:cubicBezTo>
                  <a:lnTo>
                    <a:pt x="2811" y="8761"/>
                  </a:lnTo>
                  <a:lnTo>
                    <a:pt x="2722" y="8850"/>
                  </a:lnTo>
                  <a:lnTo>
                    <a:pt x="2722" y="10938"/>
                  </a:lnTo>
                  <a:cubicBezTo>
                    <a:pt x="2686" y="10956"/>
                    <a:pt x="2650" y="10974"/>
                    <a:pt x="2615" y="10991"/>
                  </a:cubicBezTo>
                  <a:lnTo>
                    <a:pt x="2615" y="8752"/>
                  </a:lnTo>
                  <a:lnTo>
                    <a:pt x="2740" y="8627"/>
                  </a:lnTo>
                  <a:close/>
                  <a:moveTo>
                    <a:pt x="313" y="8547"/>
                  </a:moveTo>
                  <a:lnTo>
                    <a:pt x="563" y="8770"/>
                  </a:lnTo>
                  <a:lnTo>
                    <a:pt x="563" y="9011"/>
                  </a:lnTo>
                  <a:lnTo>
                    <a:pt x="572" y="9011"/>
                  </a:lnTo>
                  <a:cubicBezTo>
                    <a:pt x="509" y="9029"/>
                    <a:pt x="474" y="9091"/>
                    <a:pt x="474" y="9154"/>
                  </a:cubicBezTo>
                  <a:lnTo>
                    <a:pt x="474" y="9636"/>
                  </a:lnTo>
                  <a:cubicBezTo>
                    <a:pt x="474" y="9725"/>
                    <a:pt x="545" y="9796"/>
                    <a:pt x="625" y="9796"/>
                  </a:cubicBezTo>
                  <a:lnTo>
                    <a:pt x="768" y="9796"/>
                  </a:lnTo>
                  <a:lnTo>
                    <a:pt x="768" y="11099"/>
                  </a:lnTo>
                  <a:cubicBezTo>
                    <a:pt x="652" y="11063"/>
                    <a:pt x="545" y="11036"/>
                    <a:pt x="456" y="11000"/>
                  </a:cubicBezTo>
                  <a:lnTo>
                    <a:pt x="456" y="10269"/>
                  </a:lnTo>
                  <a:lnTo>
                    <a:pt x="625" y="10073"/>
                  </a:lnTo>
                  <a:lnTo>
                    <a:pt x="625" y="9796"/>
                  </a:lnTo>
                  <a:lnTo>
                    <a:pt x="608" y="9796"/>
                  </a:lnTo>
                  <a:lnTo>
                    <a:pt x="608" y="10073"/>
                  </a:lnTo>
                  <a:lnTo>
                    <a:pt x="438" y="10260"/>
                  </a:lnTo>
                  <a:lnTo>
                    <a:pt x="438" y="10991"/>
                  </a:lnTo>
                  <a:cubicBezTo>
                    <a:pt x="331" y="10947"/>
                    <a:pt x="242" y="10893"/>
                    <a:pt x="179" y="10840"/>
                  </a:cubicBezTo>
                  <a:cubicBezTo>
                    <a:pt x="126" y="10786"/>
                    <a:pt x="54" y="10572"/>
                    <a:pt x="37" y="10492"/>
                  </a:cubicBezTo>
                  <a:lnTo>
                    <a:pt x="37" y="8547"/>
                  </a:lnTo>
                  <a:close/>
                  <a:moveTo>
                    <a:pt x="938" y="9796"/>
                  </a:moveTo>
                  <a:lnTo>
                    <a:pt x="938" y="10135"/>
                  </a:lnTo>
                  <a:lnTo>
                    <a:pt x="947" y="10144"/>
                  </a:lnTo>
                  <a:lnTo>
                    <a:pt x="1571" y="10768"/>
                  </a:lnTo>
                  <a:lnTo>
                    <a:pt x="1571" y="11197"/>
                  </a:lnTo>
                  <a:cubicBezTo>
                    <a:pt x="1437" y="11188"/>
                    <a:pt x="1303" y="11179"/>
                    <a:pt x="1170" y="11161"/>
                  </a:cubicBezTo>
                  <a:cubicBezTo>
                    <a:pt x="1036" y="11152"/>
                    <a:pt x="902" y="11125"/>
                    <a:pt x="786" y="11099"/>
                  </a:cubicBezTo>
                  <a:lnTo>
                    <a:pt x="786" y="9796"/>
                  </a:lnTo>
                  <a:close/>
                  <a:moveTo>
                    <a:pt x="1089" y="9796"/>
                  </a:moveTo>
                  <a:lnTo>
                    <a:pt x="1089" y="10090"/>
                  </a:lnTo>
                  <a:lnTo>
                    <a:pt x="1089" y="10099"/>
                  </a:lnTo>
                  <a:lnTo>
                    <a:pt x="1732" y="10742"/>
                  </a:lnTo>
                  <a:lnTo>
                    <a:pt x="1732" y="11197"/>
                  </a:lnTo>
                  <a:lnTo>
                    <a:pt x="1589" y="11197"/>
                  </a:lnTo>
                  <a:lnTo>
                    <a:pt x="1589" y="10760"/>
                  </a:lnTo>
                  <a:lnTo>
                    <a:pt x="955" y="10135"/>
                  </a:lnTo>
                  <a:lnTo>
                    <a:pt x="955" y="9796"/>
                  </a:lnTo>
                  <a:close/>
                  <a:moveTo>
                    <a:pt x="3168" y="8395"/>
                  </a:moveTo>
                  <a:cubicBezTo>
                    <a:pt x="3168" y="8404"/>
                    <a:pt x="3159" y="8404"/>
                    <a:pt x="3159" y="8413"/>
                  </a:cubicBezTo>
                  <a:lnTo>
                    <a:pt x="3159" y="8485"/>
                  </a:lnTo>
                  <a:lnTo>
                    <a:pt x="2624" y="8485"/>
                  </a:lnTo>
                  <a:lnTo>
                    <a:pt x="2454" y="8645"/>
                  </a:lnTo>
                  <a:lnTo>
                    <a:pt x="2454" y="9181"/>
                  </a:lnTo>
                  <a:lnTo>
                    <a:pt x="2008" y="9636"/>
                  </a:lnTo>
                  <a:lnTo>
                    <a:pt x="1268" y="9636"/>
                  </a:lnTo>
                  <a:lnTo>
                    <a:pt x="1268" y="9653"/>
                  </a:lnTo>
                  <a:lnTo>
                    <a:pt x="2017" y="9653"/>
                  </a:lnTo>
                  <a:lnTo>
                    <a:pt x="2472" y="9189"/>
                  </a:lnTo>
                  <a:lnTo>
                    <a:pt x="2472" y="8645"/>
                  </a:lnTo>
                  <a:lnTo>
                    <a:pt x="2633" y="8503"/>
                  </a:lnTo>
                  <a:lnTo>
                    <a:pt x="3159" y="8503"/>
                  </a:lnTo>
                  <a:lnTo>
                    <a:pt x="3159" y="8610"/>
                  </a:lnTo>
                  <a:lnTo>
                    <a:pt x="2731" y="8610"/>
                  </a:lnTo>
                  <a:lnTo>
                    <a:pt x="2597" y="8743"/>
                  </a:lnTo>
                  <a:lnTo>
                    <a:pt x="2597" y="11000"/>
                  </a:lnTo>
                  <a:cubicBezTo>
                    <a:pt x="2561" y="11018"/>
                    <a:pt x="2526" y="11036"/>
                    <a:pt x="2490" y="11054"/>
                  </a:cubicBezTo>
                  <a:lnTo>
                    <a:pt x="2490" y="10349"/>
                  </a:lnTo>
                  <a:lnTo>
                    <a:pt x="2071" y="9957"/>
                  </a:lnTo>
                  <a:cubicBezTo>
                    <a:pt x="2071" y="9957"/>
                    <a:pt x="2071" y="9948"/>
                    <a:pt x="2071" y="9948"/>
                  </a:cubicBezTo>
                  <a:cubicBezTo>
                    <a:pt x="2079" y="9921"/>
                    <a:pt x="2071" y="9894"/>
                    <a:pt x="2044" y="9876"/>
                  </a:cubicBezTo>
                  <a:cubicBezTo>
                    <a:pt x="2037" y="9874"/>
                    <a:pt x="2030" y="9873"/>
                    <a:pt x="2024" y="9873"/>
                  </a:cubicBezTo>
                  <a:cubicBezTo>
                    <a:pt x="2004" y="9873"/>
                    <a:pt x="1986" y="9883"/>
                    <a:pt x="1972" y="9903"/>
                  </a:cubicBezTo>
                  <a:cubicBezTo>
                    <a:pt x="1964" y="9930"/>
                    <a:pt x="1972" y="9957"/>
                    <a:pt x="1999" y="9974"/>
                  </a:cubicBezTo>
                  <a:cubicBezTo>
                    <a:pt x="2007" y="9978"/>
                    <a:pt x="2014" y="9980"/>
                    <a:pt x="2021" y="9980"/>
                  </a:cubicBezTo>
                  <a:cubicBezTo>
                    <a:pt x="2032" y="9980"/>
                    <a:pt x="2042" y="9976"/>
                    <a:pt x="2053" y="9966"/>
                  </a:cubicBezTo>
                  <a:lnTo>
                    <a:pt x="2472" y="10358"/>
                  </a:lnTo>
                  <a:lnTo>
                    <a:pt x="2472" y="11063"/>
                  </a:lnTo>
                  <a:cubicBezTo>
                    <a:pt x="2427" y="11090"/>
                    <a:pt x="2383" y="11107"/>
                    <a:pt x="2329" y="11116"/>
                  </a:cubicBezTo>
                  <a:lnTo>
                    <a:pt x="2329" y="10483"/>
                  </a:lnTo>
                  <a:lnTo>
                    <a:pt x="1928" y="10117"/>
                  </a:lnTo>
                  <a:cubicBezTo>
                    <a:pt x="1937" y="10090"/>
                    <a:pt x="1928" y="10055"/>
                    <a:pt x="1901" y="10046"/>
                  </a:cubicBezTo>
                  <a:cubicBezTo>
                    <a:pt x="1892" y="10040"/>
                    <a:pt x="1882" y="10037"/>
                    <a:pt x="1873" y="10037"/>
                  </a:cubicBezTo>
                  <a:cubicBezTo>
                    <a:pt x="1856" y="10037"/>
                    <a:pt x="1841" y="10046"/>
                    <a:pt x="1830" y="10064"/>
                  </a:cubicBezTo>
                  <a:cubicBezTo>
                    <a:pt x="1821" y="10090"/>
                    <a:pt x="1830" y="10126"/>
                    <a:pt x="1856" y="10135"/>
                  </a:cubicBezTo>
                  <a:cubicBezTo>
                    <a:pt x="1865" y="10140"/>
                    <a:pt x="1877" y="10142"/>
                    <a:pt x="1887" y="10142"/>
                  </a:cubicBezTo>
                  <a:cubicBezTo>
                    <a:pt x="1897" y="10142"/>
                    <a:pt x="1906" y="10140"/>
                    <a:pt x="1910" y="10135"/>
                  </a:cubicBezTo>
                  <a:lnTo>
                    <a:pt x="2311" y="10492"/>
                  </a:lnTo>
                  <a:lnTo>
                    <a:pt x="2311" y="11125"/>
                  </a:lnTo>
                  <a:cubicBezTo>
                    <a:pt x="2294" y="11134"/>
                    <a:pt x="2267" y="11134"/>
                    <a:pt x="2249" y="11143"/>
                  </a:cubicBezTo>
                  <a:cubicBezTo>
                    <a:pt x="2231" y="11143"/>
                    <a:pt x="2204" y="11152"/>
                    <a:pt x="2187" y="11152"/>
                  </a:cubicBezTo>
                  <a:lnTo>
                    <a:pt x="2187" y="10661"/>
                  </a:lnTo>
                  <a:lnTo>
                    <a:pt x="1758" y="10251"/>
                  </a:lnTo>
                  <a:cubicBezTo>
                    <a:pt x="1758" y="10251"/>
                    <a:pt x="1758" y="10242"/>
                    <a:pt x="1767" y="10242"/>
                  </a:cubicBezTo>
                  <a:cubicBezTo>
                    <a:pt x="1776" y="10215"/>
                    <a:pt x="1767" y="10189"/>
                    <a:pt x="1740" y="10171"/>
                  </a:cubicBezTo>
                  <a:cubicBezTo>
                    <a:pt x="1734" y="10169"/>
                    <a:pt x="1727" y="10167"/>
                    <a:pt x="1719" y="10167"/>
                  </a:cubicBezTo>
                  <a:cubicBezTo>
                    <a:pt x="1698" y="10167"/>
                    <a:pt x="1676" y="10177"/>
                    <a:pt x="1669" y="10198"/>
                  </a:cubicBezTo>
                  <a:cubicBezTo>
                    <a:pt x="1651" y="10224"/>
                    <a:pt x="1660" y="10251"/>
                    <a:pt x="1687" y="10269"/>
                  </a:cubicBezTo>
                  <a:cubicBezTo>
                    <a:pt x="1698" y="10273"/>
                    <a:pt x="1708" y="10275"/>
                    <a:pt x="1716" y="10275"/>
                  </a:cubicBezTo>
                  <a:cubicBezTo>
                    <a:pt x="1729" y="10275"/>
                    <a:pt x="1739" y="10270"/>
                    <a:pt x="1749" y="10260"/>
                  </a:cubicBezTo>
                  <a:lnTo>
                    <a:pt x="2169" y="10670"/>
                  </a:lnTo>
                  <a:lnTo>
                    <a:pt x="2169" y="11161"/>
                  </a:lnTo>
                  <a:cubicBezTo>
                    <a:pt x="2044" y="11179"/>
                    <a:pt x="1901" y="11197"/>
                    <a:pt x="1749" y="11197"/>
                  </a:cubicBezTo>
                  <a:lnTo>
                    <a:pt x="1749" y="10733"/>
                  </a:lnTo>
                  <a:lnTo>
                    <a:pt x="1740" y="10733"/>
                  </a:lnTo>
                  <a:lnTo>
                    <a:pt x="1107" y="10090"/>
                  </a:lnTo>
                  <a:lnTo>
                    <a:pt x="1107" y="9796"/>
                  </a:lnTo>
                  <a:lnTo>
                    <a:pt x="1116" y="9796"/>
                  </a:lnTo>
                  <a:cubicBezTo>
                    <a:pt x="1196" y="9796"/>
                    <a:pt x="1268" y="9725"/>
                    <a:pt x="1268" y="9636"/>
                  </a:cubicBezTo>
                  <a:lnTo>
                    <a:pt x="1268" y="9511"/>
                  </a:lnTo>
                  <a:lnTo>
                    <a:pt x="1919" y="9511"/>
                  </a:lnTo>
                  <a:lnTo>
                    <a:pt x="2294" y="9154"/>
                  </a:lnTo>
                  <a:lnTo>
                    <a:pt x="2294" y="8627"/>
                  </a:lnTo>
                  <a:lnTo>
                    <a:pt x="2526" y="8395"/>
                  </a:lnTo>
                  <a:close/>
                  <a:moveTo>
                    <a:pt x="768" y="0"/>
                  </a:moveTo>
                  <a:cubicBezTo>
                    <a:pt x="637" y="0"/>
                    <a:pt x="397" y="85"/>
                    <a:pt x="295" y="161"/>
                  </a:cubicBezTo>
                  <a:cubicBezTo>
                    <a:pt x="188" y="242"/>
                    <a:pt x="10" y="581"/>
                    <a:pt x="1" y="590"/>
                  </a:cubicBezTo>
                  <a:lnTo>
                    <a:pt x="1" y="599"/>
                  </a:lnTo>
                  <a:lnTo>
                    <a:pt x="1" y="10492"/>
                  </a:lnTo>
                  <a:cubicBezTo>
                    <a:pt x="1" y="10510"/>
                    <a:pt x="81" y="10795"/>
                    <a:pt x="161" y="10867"/>
                  </a:cubicBezTo>
                  <a:cubicBezTo>
                    <a:pt x="447" y="11116"/>
                    <a:pt x="1125" y="11232"/>
                    <a:pt x="1678" y="11232"/>
                  </a:cubicBezTo>
                  <a:cubicBezTo>
                    <a:pt x="1901" y="11232"/>
                    <a:pt x="2106" y="11215"/>
                    <a:pt x="2258" y="11179"/>
                  </a:cubicBezTo>
                  <a:cubicBezTo>
                    <a:pt x="3025" y="10991"/>
                    <a:pt x="4256" y="9743"/>
                    <a:pt x="4542" y="9002"/>
                  </a:cubicBezTo>
                  <a:cubicBezTo>
                    <a:pt x="4631" y="8779"/>
                    <a:pt x="4586" y="8395"/>
                    <a:pt x="4551" y="8030"/>
                  </a:cubicBezTo>
                  <a:cubicBezTo>
                    <a:pt x="4515" y="7744"/>
                    <a:pt x="4488" y="7477"/>
                    <a:pt x="4515" y="7298"/>
                  </a:cubicBezTo>
                  <a:cubicBezTo>
                    <a:pt x="4551" y="7129"/>
                    <a:pt x="4640" y="6879"/>
                    <a:pt x="4738" y="6638"/>
                  </a:cubicBezTo>
                  <a:cubicBezTo>
                    <a:pt x="4818" y="6406"/>
                    <a:pt x="4907" y="6174"/>
                    <a:pt x="4943" y="6005"/>
                  </a:cubicBezTo>
                  <a:cubicBezTo>
                    <a:pt x="5006" y="5701"/>
                    <a:pt x="5006" y="5059"/>
                    <a:pt x="4961" y="4729"/>
                  </a:cubicBezTo>
                  <a:cubicBezTo>
                    <a:pt x="4881" y="4247"/>
                    <a:pt x="4479" y="3328"/>
                    <a:pt x="4185" y="2945"/>
                  </a:cubicBezTo>
                  <a:cubicBezTo>
                    <a:pt x="3971" y="2677"/>
                    <a:pt x="3132" y="2133"/>
                    <a:pt x="3096" y="2106"/>
                  </a:cubicBezTo>
                  <a:cubicBezTo>
                    <a:pt x="3096" y="2106"/>
                    <a:pt x="2936" y="1981"/>
                    <a:pt x="2900" y="1928"/>
                  </a:cubicBezTo>
                  <a:cubicBezTo>
                    <a:pt x="2820" y="1812"/>
                    <a:pt x="2749" y="1589"/>
                    <a:pt x="2686" y="1375"/>
                  </a:cubicBezTo>
                  <a:cubicBezTo>
                    <a:pt x="2615" y="1125"/>
                    <a:pt x="2543" y="875"/>
                    <a:pt x="2436" y="741"/>
                  </a:cubicBezTo>
                  <a:cubicBezTo>
                    <a:pt x="2151" y="393"/>
                    <a:pt x="1241" y="54"/>
                    <a:pt x="786" y="1"/>
                  </a:cubicBezTo>
                  <a:cubicBezTo>
                    <a:pt x="780" y="0"/>
                    <a:pt x="774" y="0"/>
                    <a:pt x="76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08" name="Google Shape;608;p39"/>
            <p:cNvSpPr/>
            <p:nvPr/>
          </p:nvSpPr>
          <p:spPr>
            <a:xfrm>
              <a:off x="7772047" y="3115746"/>
              <a:ext cx="201743" cy="169398"/>
            </a:xfrm>
            <a:custGeom>
              <a:avLst/>
              <a:gdLst/>
              <a:ahLst/>
              <a:cxnLst/>
              <a:rect l="l" t="t" r="r" b="b"/>
              <a:pathLst>
                <a:path w="2445" h="2053" extrusionOk="0">
                  <a:moveTo>
                    <a:pt x="1508" y="0"/>
                  </a:moveTo>
                  <a:lnTo>
                    <a:pt x="0" y="1490"/>
                  </a:lnTo>
                  <a:lnTo>
                    <a:pt x="0" y="2052"/>
                  </a:lnTo>
                  <a:lnTo>
                    <a:pt x="18" y="2052"/>
                  </a:lnTo>
                  <a:lnTo>
                    <a:pt x="18" y="1499"/>
                  </a:lnTo>
                  <a:lnTo>
                    <a:pt x="1517" y="18"/>
                  </a:lnTo>
                  <a:lnTo>
                    <a:pt x="2445" y="18"/>
                  </a:lnTo>
                  <a:lnTo>
                    <a:pt x="2445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09" name="Google Shape;609;p39"/>
            <p:cNvSpPr/>
            <p:nvPr/>
          </p:nvSpPr>
          <p:spPr>
            <a:xfrm>
              <a:off x="7934024" y="3193474"/>
              <a:ext cx="69228" cy="142004"/>
            </a:xfrm>
            <a:custGeom>
              <a:avLst/>
              <a:gdLst/>
              <a:ahLst/>
              <a:cxnLst/>
              <a:rect l="l" t="t" r="r" b="b"/>
              <a:pathLst>
                <a:path w="839" h="1721" extrusionOk="0">
                  <a:moveTo>
                    <a:pt x="778" y="1"/>
                  </a:moveTo>
                  <a:cubicBezTo>
                    <a:pt x="772" y="1"/>
                    <a:pt x="765" y="2"/>
                    <a:pt x="758" y="4"/>
                  </a:cubicBezTo>
                  <a:cubicBezTo>
                    <a:pt x="732" y="22"/>
                    <a:pt x="714" y="49"/>
                    <a:pt x="732" y="75"/>
                  </a:cubicBezTo>
                  <a:cubicBezTo>
                    <a:pt x="741" y="93"/>
                    <a:pt x="758" y="102"/>
                    <a:pt x="767" y="102"/>
                  </a:cubicBezTo>
                  <a:lnTo>
                    <a:pt x="767" y="209"/>
                  </a:lnTo>
                  <a:lnTo>
                    <a:pt x="54" y="923"/>
                  </a:lnTo>
                  <a:lnTo>
                    <a:pt x="54" y="1610"/>
                  </a:lnTo>
                  <a:cubicBezTo>
                    <a:pt x="45" y="1610"/>
                    <a:pt x="45" y="1619"/>
                    <a:pt x="36" y="1619"/>
                  </a:cubicBezTo>
                  <a:cubicBezTo>
                    <a:pt x="9" y="1628"/>
                    <a:pt x="0" y="1663"/>
                    <a:pt x="9" y="1690"/>
                  </a:cubicBezTo>
                  <a:cubicBezTo>
                    <a:pt x="22" y="1710"/>
                    <a:pt x="41" y="1720"/>
                    <a:pt x="60" y="1720"/>
                  </a:cubicBezTo>
                  <a:cubicBezTo>
                    <a:pt x="67" y="1720"/>
                    <a:pt x="74" y="1719"/>
                    <a:pt x="80" y="1717"/>
                  </a:cubicBezTo>
                  <a:cubicBezTo>
                    <a:pt x="107" y="1699"/>
                    <a:pt x="125" y="1663"/>
                    <a:pt x="107" y="1637"/>
                  </a:cubicBezTo>
                  <a:cubicBezTo>
                    <a:pt x="98" y="1628"/>
                    <a:pt x="80" y="1619"/>
                    <a:pt x="71" y="1610"/>
                  </a:cubicBezTo>
                  <a:lnTo>
                    <a:pt x="71" y="932"/>
                  </a:lnTo>
                  <a:lnTo>
                    <a:pt x="785" y="218"/>
                  </a:lnTo>
                  <a:lnTo>
                    <a:pt x="785" y="102"/>
                  </a:lnTo>
                  <a:lnTo>
                    <a:pt x="803" y="102"/>
                  </a:lnTo>
                  <a:cubicBezTo>
                    <a:pt x="830" y="84"/>
                    <a:pt x="839" y="58"/>
                    <a:pt x="830" y="31"/>
                  </a:cubicBezTo>
                  <a:cubicBezTo>
                    <a:pt x="816" y="11"/>
                    <a:pt x="798" y="1"/>
                    <a:pt x="77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10" name="Google Shape;610;p39"/>
            <p:cNvSpPr/>
            <p:nvPr/>
          </p:nvSpPr>
          <p:spPr>
            <a:xfrm>
              <a:off x="7922967" y="2833051"/>
              <a:ext cx="69971" cy="157599"/>
            </a:xfrm>
            <a:custGeom>
              <a:avLst/>
              <a:gdLst/>
              <a:ahLst/>
              <a:cxnLst/>
              <a:rect l="l" t="t" r="r" b="b"/>
              <a:pathLst>
                <a:path w="848" h="1910" extrusionOk="0">
                  <a:moveTo>
                    <a:pt x="794" y="1"/>
                  </a:moveTo>
                  <a:cubicBezTo>
                    <a:pt x="768" y="1"/>
                    <a:pt x="741" y="27"/>
                    <a:pt x="741" y="54"/>
                  </a:cubicBezTo>
                  <a:cubicBezTo>
                    <a:pt x="741" y="63"/>
                    <a:pt x="741" y="81"/>
                    <a:pt x="750" y="90"/>
                  </a:cubicBezTo>
                  <a:lnTo>
                    <a:pt x="9" y="839"/>
                  </a:lnTo>
                  <a:lnTo>
                    <a:pt x="0" y="848"/>
                  </a:lnTo>
                  <a:lnTo>
                    <a:pt x="0" y="1535"/>
                  </a:lnTo>
                  <a:lnTo>
                    <a:pt x="295" y="1821"/>
                  </a:lnTo>
                  <a:cubicBezTo>
                    <a:pt x="295" y="1830"/>
                    <a:pt x="286" y="1838"/>
                    <a:pt x="286" y="1856"/>
                  </a:cubicBezTo>
                  <a:cubicBezTo>
                    <a:pt x="286" y="1883"/>
                    <a:pt x="313" y="1910"/>
                    <a:pt x="339" y="1910"/>
                  </a:cubicBezTo>
                  <a:cubicBezTo>
                    <a:pt x="375" y="1910"/>
                    <a:pt x="393" y="1883"/>
                    <a:pt x="393" y="1856"/>
                  </a:cubicBezTo>
                  <a:cubicBezTo>
                    <a:pt x="393" y="1821"/>
                    <a:pt x="375" y="1803"/>
                    <a:pt x="339" y="1803"/>
                  </a:cubicBezTo>
                  <a:cubicBezTo>
                    <a:pt x="330" y="1803"/>
                    <a:pt x="321" y="1803"/>
                    <a:pt x="313" y="1812"/>
                  </a:cubicBezTo>
                  <a:lnTo>
                    <a:pt x="18" y="1526"/>
                  </a:lnTo>
                  <a:lnTo>
                    <a:pt x="18" y="857"/>
                  </a:lnTo>
                  <a:lnTo>
                    <a:pt x="768" y="99"/>
                  </a:lnTo>
                  <a:cubicBezTo>
                    <a:pt x="776" y="108"/>
                    <a:pt x="785" y="108"/>
                    <a:pt x="794" y="108"/>
                  </a:cubicBezTo>
                  <a:cubicBezTo>
                    <a:pt x="821" y="108"/>
                    <a:pt x="848" y="81"/>
                    <a:pt x="848" y="54"/>
                  </a:cubicBezTo>
                  <a:cubicBezTo>
                    <a:pt x="848" y="27"/>
                    <a:pt x="821" y="1"/>
                    <a:pt x="79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11" name="Google Shape;611;p39"/>
            <p:cNvSpPr/>
            <p:nvPr/>
          </p:nvSpPr>
          <p:spPr>
            <a:xfrm>
              <a:off x="7789706" y="3124575"/>
              <a:ext cx="122284" cy="148275"/>
            </a:xfrm>
            <a:custGeom>
              <a:avLst/>
              <a:gdLst/>
              <a:ahLst/>
              <a:cxnLst/>
              <a:rect l="l" t="t" r="r" b="b"/>
              <a:pathLst>
                <a:path w="1482" h="1797" extrusionOk="0">
                  <a:moveTo>
                    <a:pt x="1428" y="0"/>
                  </a:moveTo>
                  <a:cubicBezTo>
                    <a:pt x="1401" y="0"/>
                    <a:pt x="1374" y="27"/>
                    <a:pt x="1374" y="54"/>
                  </a:cubicBezTo>
                  <a:cubicBezTo>
                    <a:pt x="1374" y="63"/>
                    <a:pt x="1374" y="72"/>
                    <a:pt x="1383" y="81"/>
                  </a:cubicBezTo>
                  <a:lnTo>
                    <a:pt x="54" y="1401"/>
                  </a:lnTo>
                  <a:lnTo>
                    <a:pt x="54" y="1686"/>
                  </a:lnTo>
                  <a:cubicBezTo>
                    <a:pt x="45" y="1686"/>
                    <a:pt x="45" y="1695"/>
                    <a:pt x="36" y="1695"/>
                  </a:cubicBezTo>
                  <a:cubicBezTo>
                    <a:pt x="10" y="1704"/>
                    <a:pt x="1" y="1740"/>
                    <a:pt x="18" y="1767"/>
                  </a:cubicBezTo>
                  <a:cubicBezTo>
                    <a:pt x="25" y="1787"/>
                    <a:pt x="47" y="1797"/>
                    <a:pt x="69" y="1797"/>
                  </a:cubicBezTo>
                  <a:cubicBezTo>
                    <a:pt x="76" y="1797"/>
                    <a:pt x="83" y="1796"/>
                    <a:pt x="90" y="1794"/>
                  </a:cubicBezTo>
                  <a:cubicBezTo>
                    <a:pt x="117" y="1776"/>
                    <a:pt x="125" y="1740"/>
                    <a:pt x="108" y="1713"/>
                  </a:cubicBezTo>
                  <a:cubicBezTo>
                    <a:pt x="99" y="1704"/>
                    <a:pt x="90" y="1695"/>
                    <a:pt x="72" y="1686"/>
                  </a:cubicBezTo>
                  <a:lnTo>
                    <a:pt x="72" y="1410"/>
                  </a:lnTo>
                  <a:lnTo>
                    <a:pt x="1392" y="90"/>
                  </a:lnTo>
                  <a:cubicBezTo>
                    <a:pt x="1401" y="99"/>
                    <a:pt x="1419" y="107"/>
                    <a:pt x="1428" y="107"/>
                  </a:cubicBezTo>
                  <a:cubicBezTo>
                    <a:pt x="1455" y="107"/>
                    <a:pt x="1481" y="81"/>
                    <a:pt x="1481" y="54"/>
                  </a:cubicBezTo>
                  <a:cubicBezTo>
                    <a:pt x="1481" y="27"/>
                    <a:pt x="1455" y="0"/>
                    <a:pt x="142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12" name="Google Shape;612;p39"/>
            <p:cNvSpPr/>
            <p:nvPr/>
          </p:nvSpPr>
          <p:spPr>
            <a:xfrm>
              <a:off x="7916366" y="3194960"/>
              <a:ext cx="49342" cy="116508"/>
            </a:xfrm>
            <a:custGeom>
              <a:avLst/>
              <a:gdLst/>
              <a:ahLst/>
              <a:cxnLst/>
              <a:rect l="l" t="t" r="r" b="b"/>
              <a:pathLst>
                <a:path w="598" h="1412" extrusionOk="0">
                  <a:moveTo>
                    <a:pt x="537" y="0"/>
                  </a:moveTo>
                  <a:cubicBezTo>
                    <a:pt x="531" y="0"/>
                    <a:pt x="524" y="2"/>
                    <a:pt x="517" y="4"/>
                  </a:cubicBezTo>
                  <a:cubicBezTo>
                    <a:pt x="491" y="22"/>
                    <a:pt x="482" y="57"/>
                    <a:pt x="491" y="75"/>
                  </a:cubicBezTo>
                  <a:cubicBezTo>
                    <a:pt x="491" y="84"/>
                    <a:pt x="491" y="84"/>
                    <a:pt x="491" y="84"/>
                  </a:cubicBezTo>
                  <a:lnTo>
                    <a:pt x="54" y="530"/>
                  </a:lnTo>
                  <a:lnTo>
                    <a:pt x="45" y="530"/>
                  </a:lnTo>
                  <a:lnTo>
                    <a:pt x="45" y="1306"/>
                  </a:lnTo>
                  <a:lnTo>
                    <a:pt x="36" y="1306"/>
                  </a:lnTo>
                  <a:cubicBezTo>
                    <a:pt x="9" y="1324"/>
                    <a:pt x="0" y="1360"/>
                    <a:pt x="9" y="1378"/>
                  </a:cubicBezTo>
                  <a:cubicBezTo>
                    <a:pt x="22" y="1397"/>
                    <a:pt x="39" y="1412"/>
                    <a:pt x="58" y="1412"/>
                  </a:cubicBezTo>
                  <a:cubicBezTo>
                    <a:pt x="65" y="1412"/>
                    <a:pt x="73" y="1409"/>
                    <a:pt x="80" y="1404"/>
                  </a:cubicBezTo>
                  <a:cubicBezTo>
                    <a:pt x="107" y="1396"/>
                    <a:pt x="116" y="1360"/>
                    <a:pt x="107" y="1333"/>
                  </a:cubicBezTo>
                  <a:cubicBezTo>
                    <a:pt x="98" y="1315"/>
                    <a:pt x="80" y="1306"/>
                    <a:pt x="71" y="1306"/>
                  </a:cubicBezTo>
                  <a:lnTo>
                    <a:pt x="71" y="539"/>
                  </a:lnTo>
                  <a:lnTo>
                    <a:pt x="509" y="102"/>
                  </a:lnTo>
                  <a:cubicBezTo>
                    <a:pt x="517" y="106"/>
                    <a:pt x="526" y="109"/>
                    <a:pt x="535" y="109"/>
                  </a:cubicBezTo>
                  <a:cubicBezTo>
                    <a:pt x="544" y="109"/>
                    <a:pt x="553" y="106"/>
                    <a:pt x="562" y="102"/>
                  </a:cubicBezTo>
                  <a:cubicBezTo>
                    <a:pt x="589" y="93"/>
                    <a:pt x="598" y="57"/>
                    <a:pt x="589" y="31"/>
                  </a:cubicBezTo>
                  <a:cubicBezTo>
                    <a:pt x="575" y="11"/>
                    <a:pt x="557" y="0"/>
                    <a:pt x="53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13" name="Google Shape;613;p39"/>
            <p:cNvSpPr/>
            <p:nvPr/>
          </p:nvSpPr>
          <p:spPr>
            <a:xfrm>
              <a:off x="7803733" y="2812423"/>
              <a:ext cx="74426" cy="50168"/>
            </a:xfrm>
            <a:custGeom>
              <a:avLst/>
              <a:gdLst/>
              <a:ahLst/>
              <a:cxnLst/>
              <a:rect l="l" t="t" r="r" b="b"/>
              <a:pathLst>
                <a:path w="902" h="608" extrusionOk="0">
                  <a:moveTo>
                    <a:pt x="848" y="1"/>
                  </a:moveTo>
                  <a:cubicBezTo>
                    <a:pt x="812" y="1"/>
                    <a:pt x="794" y="19"/>
                    <a:pt x="794" y="54"/>
                  </a:cubicBezTo>
                  <a:cubicBezTo>
                    <a:pt x="794" y="63"/>
                    <a:pt x="794" y="72"/>
                    <a:pt x="803" y="81"/>
                  </a:cubicBezTo>
                  <a:lnTo>
                    <a:pt x="339" y="545"/>
                  </a:lnTo>
                  <a:lnTo>
                    <a:pt x="98" y="545"/>
                  </a:lnTo>
                  <a:cubicBezTo>
                    <a:pt x="98" y="527"/>
                    <a:pt x="80" y="500"/>
                    <a:pt x="54" y="500"/>
                  </a:cubicBezTo>
                  <a:cubicBezTo>
                    <a:pt x="18" y="500"/>
                    <a:pt x="0" y="527"/>
                    <a:pt x="0" y="554"/>
                  </a:cubicBezTo>
                  <a:cubicBezTo>
                    <a:pt x="0" y="590"/>
                    <a:pt x="18" y="608"/>
                    <a:pt x="54" y="608"/>
                  </a:cubicBezTo>
                  <a:cubicBezTo>
                    <a:pt x="80" y="608"/>
                    <a:pt x="98" y="590"/>
                    <a:pt x="98" y="563"/>
                  </a:cubicBezTo>
                  <a:lnTo>
                    <a:pt x="348" y="563"/>
                  </a:lnTo>
                  <a:lnTo>
                    <a:pt x="812" y="90"/>
                  </a:lnTo>
                  <a:cubicBezTo>
                    <a:pt x="821" y="99"/>
                    <a:pt x="830" y="108"/>
                    <a:pt x="848" y="108"/>
                  </a:cubicBezTo>
                  <a:cubicBezTo>
                    <a:pt x="874" y="108"/>
                    <a:pt x="901" y="81"/>
                    <a:pt x="901" y="54"/>
                  </a:cubicBezTo>
                  <a:cubicBezTo>
                    <a:pt x="901" y="19"/>
                    <a:pt x="874" y="1"/>
                    <a:pt x="8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14" name="Google Shape;614;p39"/>
            <p:cNvSpPr/>
            <p:nvPr/>
          </p:nvSpPr>
          <p:spPr>
            <a:xfrm>
              <a:off x="7800020" y="2783708"/>
              <a:ext cx="112712" cy="103883"/>
            </a:xfrm>
            <a:custGeom>
              <a:avLst/>
              <a:gdLst/>
              <a:ahLst/>
              <a:cxnLst/>
              <a:rect l="l" t="t" r="r" b="b"/>
              <a:pathLst>
                <a:path w="1366" h="1259" extrusionOk="0">
                  <a:moveTo>
                    <a:pt x="1276" y="1"/>
                  </a:moveTo>
                  <a:cubicBezTo>
                    <a:pt x="1232" y="1"/>
                    <a:pt x="1187" y="37"/>
                    <a:pt x="1187" y="90"/>
                  </a:cubicBezTo>
                  <a:cubicBezTo>
                    <a:pt x="1187" y="135"/>
                    <a:pt x="1223" y="170"/>
                    <a:pt x="1267" y="170"/>
                  </a:cubicBezTo>
                  <a:lnTo>
                    <a:pt x="1267" y="527"/>
                  </a:lnTo>
                  <a:lnTo>
                    <a:pt x="589" y="1196"/>
                  </a:lnTo>
                  <a:lnTo>
                    <a:pt x="108" y="1196"/>
                  </a:lnTo>
                  <a:cubicBezTo>
                    <a:pt x="108" y="1179"/>
                    <a:pt x="81" y="1152"/>
                    <a:pt x="54" y="1152"/>
                  </a:cubicBezTo>
                  <a:cubicBezTo>
                    <a:pt x="27" y="1152"/>
                    <a:pt x="0" y="1179"/>
                    <a:pt x="0" y="1205"/>
                  </a:cubicBezTo>
                  <a:cubicBezTo>
                    <a:pt x="0" y="1241"/>
                    <a:pt x="27" y="1259"/>
                    <a:pt x="54" y="1259"/>
                  </a:cubicBezTo>
                  <a:cubicBezTo>
                    <a:pt x="81" y="1259"/>
                    <a:pt x="108" y="1241"/>
                    <a:pt x="108" y="1214"/>
                  </a:cubicBezTo>
                  <a:lnTo>
                    <a:pt x="598" y="1214"/>
                  </a:lnTo>
                  <a:lnTo>
                    <a:pt x="1285" y="536"/>
                  </a:lnTo>
                  <a:lnTo>
                    <a:pt x="1285" y="170"/>
                  </a:lnTo>
                  <a:cubicBezTo>
                    <a:pt x="1330" y="170"/>
                    <a:pt x="1365" y="135"/>
                    <a:pt x="1365" y="90"/>
                  </a:cubicBezTo>
                  <a:cubicBezTo>
                    <a:pt x="1365" y="37"/>
                    <a:pt x="1321" y="1"/>
                    <a:pt x="127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15" name="Google Shape;615;p39"/>
            <p:cNvSpPr/>
            <p:nvPr/>
          </p:nvSpPr>
          <p:spPr>
            <a:xfrm>
              <a:off x="7794904" y="2919939"/>
              <a:ext cx="72941" cy="30282"/>
            </a:xfrm>
            <a:custGeom>
              <a:avLst/>
              <a:gdLst/>
              <a:ahLst/>
              <a:cxnLst/>
              <a:rect l="l" t="t" r="r" b="b"/>
              <a:pathLst>
                <a:path w="884" h="367" extrusionOk="0">
                  <a:moveTo>
                    <a:pt x="830" y="0"/>
                  </a:moveTo>
                  <a:cubicBezTo>
                    <a:pt x="803" y="0"/>
                    <a:pt x="785" y="18"/>
                    <a:pt x="776" y="45"/>
                  </a:cubicBezTo>
                  <a:lnTo>
                    <a:pt x="196" y="45"/>
                  </a:lnTo>
                  <a:lnTo>
                    <a:pt x="45" y="179"/>
                  </a:lnTo>
                  <a:lnTo>
                    <a:pt x="45" y="259"/>
                  </a:lnTo>
                  <a:cubicBezTo>
                    <a:pt x="18" y="268"/>
                    <a:pt x="0" y="286"/>
                    <a:pt x="0" y="313"/>
                  </a:cubicBezTo>
                  <a:cubicBezTo>
                    <a:pt x="0" y="339"/>
                    <a:pt x="18" y="366"/>
                    <a:pt x="54" y="366"/>
                  </a:cubicBezTo>
                  <a:cubicBezTo>
                    <a:pt x="80" y="366"/>
                    <a:pt x="107" y="339"/>
                    <a:pt x="107" y="313"/>
                  </a:cubicBezTo>
                  <a:cubicBezTo>
                    <a:pt x="107" y="286"/>
                    <a:pt x="80" y="268"/>
                    <a:pt x="62" y="259"/>
                  </a:cubicBezTo>
                  <a:lnTo>
                    <a:pt x="62" y="188"/>
                  </a:lnTo>
                  <a:lnTo>
                    <a:pt x="205" y="63"/>
                  </a:lnTo>
                  <a:lnTo>
                    <a:pt x="776" y="63"/>
                  </a:lnTo>
                  <a:cubicBezTo>
                    <a:pt x="785" y="90"/>
                    <a:pt x="803" y="107"/>
                    <a:pt x="830" y="107"/>
                  </a:cubicBezTo>
                  <a:cubicBezTo>
                    <a:pt x="865" y="107"/>
                    <a:pt x="883" y="81"/>
                    <a:pt x="883" y="54"/>
                  </a:cubicBezTo>
                  <a:cubicBezTo>
                    <a:pt x="883" y="27"/>
                    <a:pt x="865" y="0"/>
                    <a:pt x="83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16" name="Google Shape;616;p39"/>
            <p:cNvSpPr/>
            <p:nvPr/>
          </p:nvSpPr>
          <p:spPr>
            <a:xfrm>
              <a:off x="7632185" y="2598958"/>
              <a:ext cx="413058" cy="926863"/>
            </a:xfrm>
            <a:custGeom>
              <a:avLst/>
              <a:gdLst/>
              <a:ahLst/>
              <a:cxnLst/>
              <a:rect l="l" t="t" r="r" b="b"/>
              <a:pathLst>
                <a:path w="5006" h="11233" extrusionOk="0">
                  <a:moveTo>
                    <a:pt x="3810" y="126"/>
                  </a:moveTo>
                  <a:lnTo>
                    <a:pt x="3810" y="1259"/>
                  </a:lnTo>
                  <a:lnTo>
                    <a:pt x="3667" y="1259"/>
                  </a:lnTo>
                  <a:lnTo>
                    <a:pt x="3667" y="946"/>
                  </a:lnTo>
                  <a:lnTo>
                    <a:pt x="3453" y="732"/>
                  </a:lnTo>
                  <a:lnTo>
                    <a:pt x="3453" y="251"/>
                  </a:lnTo>
                  <a:cubicBezTo>
                    <a:pt x="3578" y="197"/>
                    <a:pt x="3694" y="161"/>
                    <a:pt x="3810" y="126"/>
                  </a:cubicBezTo>
                  <a:close/>
                  <a:moveTo>
                    <a:pt x="3970" y="81"/>
                  </a:moveTo>
                  <a:lnTo>
                    <a:pt x="3970" y="1259"/>
                  </a:lnTo>
                  <a:lnTo>
                    <a:pt x="3828" y="1259"/>
                  </a:lnTo>
                  <a:lnTo>
                    <a:pt x="3828" y="117"/>
                  </a:lnTo>
                  <a:cubicBezTo>
                    <a:pt x="3881" y="108"/>
                    <a:pt x="3926" y="99"/>
                    <a:pt x="3970" y="81"/>
                  </a:cubicBezTo>
                  <a:close/>
                  <a:moveTo>
                    <a:pt x="3435" y="251"/>
                  </a:moveTo>
                  <a:lnTo>
                    <a:pt x="3435" y="732"/>
                  </a:lnTo>
                  <a:lnTo>
                    <a:pt x="3649" y="955"/>
                  </a:lnTo>
                  <a:lnTo>
                    <a:pt x="3649" y="1259"/>
                  </a:lnTo>
                  <a:lnTo>
                    <a:pt x="3658" y="1259"/>
                  </a:lnTo>
                  <a:cubicBezTo>
                    <a:pt x="3605" y="1259"/>
                    <a:pt x="3551" y="1294"/>
                    <a:pt x="3524" y="1339"/>
                  </a:cubicBezTo>
                  <a:lnTo>
                    <a:pt x="3524" y="1330"/>
                  </a:lnTo>
                  <a:lnTo>
                    <a:pt x="3212" y="1330"/>
                  </a:lnTo>
                  <a:lnTo>
                    <a:pt x="2953" y="1071"/>
                  </a:lnTo>
                  <a:lnTo>
                    <a:pt x="2454" y="1071"/>
                  </a:lnTo>
                  <a:cubicBezTo>
                    <a:pt x="2498" y="946"/>
                    <a:pt x="2543" y="839"/>
                    <a:pt x="2605" y="768"/>
                  </a:cubicBezTo>
                  <a:cubicBezTo>
                    <a:pt x="2757" y="572"/>
                    <a:pt x="3087" y="393"/>
                    <a:pt x="3435" y="251"/>
                  </a:cubicBezTo>
                  <a:close/>
                  <a:moveTo>
                    <a:pt x="4256" y="37"/>
                  </a:moveTo>
                  <a:cubicBezTo>
                    <a:pt x="4372" y="37"/>
                    <a:pt x="4595" y="117"/>
                    <a:pt x="4693" y="188"/>
                  </a:cubicBezTo>
                  <a:cubicBezTo>
                    <a:pt x="4782" y="260"/>
                    <a:pt x="4952" y="572"/>
                    <a:pt x="4970" y="607"/>
                  </a:cubicBezTo>
                  <a:lnTo>
                    <a:pt x="4970" y="1241"/>
                  </a:lnTo>
                  <a:lnTo>
                    <a:pt x="4746" y="1241"/>
                  </a:lnTo>
                  <a:lnTo>
                    <a:pt x="4657" y="1330"/>
                  </a:lnTo>
                  <a:lnTo>
                    <a:pt x="4283" y="1330"/>
                  </a:lnTo>
                  <a:lnTo>
                    <a:pt x="4283" y="1339"/>
                  </a:lnTo>
                  <a:cubicBezTo>
                    <a:pt x="4256" y="1303"/>
                    <a:pt x="4211" y="1268"/>
                    <a:pt x="4167" y="1268"/>
                  </a:cubicBezTo>
                  <a:lnTo>
                    <a:pt x="4176" y="1268"/>
                  </a:lnTo>
                  <a:lnTo>
                    <a:pt x="4176" y="946"/>
                  </a:lnTo>
                  <a:lnTo>
                    <a:pt x="4381" y="723"/>
                  </a:lnTo>
                  <a:lnTo>
                    <a:pt x="4381" y="63"/>
                  </a:lnTo>
                  <a:lnTo>
                    <a:pt x="4363" y="63"/>
                  </a:lnTo>
                  <a:lnTo>
                    <a:pt x="4363" y="715"/>
                  </a:lnTo>
                  <a:lnTo>
                    <a:pt x="4167" y="938"/>
                  </a:lnTo>
                  <a:lnTo>
                    <a:pt x="4158" y="946"/>
                  </a:lnTo>
                  <a:lnTo>
                    <a:pt x="4158" y="1268"/>
                  </a:lnTo>
                  <a:cubicBezTo>
                    <a:pt x="4158" y="1268"/>
                    <a:pt x="4149" y="1259"/>
                    <a:pt x="4149" y="1259"/>
                  </a:cubicBezTo>
                  <a:lnTo>
                    <a:pt x="3988" y="1259"/>
                  </a:lnTo>
                  <a:lnTo>
                    <a:pt x="3988" y="81"/>
                  </a:lnTo>
                  <a:cubicBezTo>
                    <a:pt x="4077" y="63"/>
                    <a:pt x="4158" y="45"/>
                    <a:pt x="4229" y="37"/>
                  </a:cubicBezTo>
                  <a:close/>
                  <a:moveTo>
                    <a:pt x="2944" y="1089"/>
                  </a:moveTo>
                  <a:lnTo>
                    <a:pt x="3203" y="1348"/>
                  </a:lnTo>
                  <a:lnTo>
                    <a:pt x="3524" y="1348"/>
                  </a:lnTo>
                  <a:cubicBezTo>
                    <a:pt x="3515" y="1366"/>
                    <a:pt x="3506" y="1393"/>
                    <a:pt x="3506" y="1419"/>
                  </a:cubicBezTo>
                  <a:lnTo>
                    <a:pt x="3506" y="1491"/>
                  </a:lnTo>
                  <a:lnTo>
                    <a:pt x="3203" y="1491"/>
                  </a:lnTo>
                  <a:lnTo>
                    <a:pt x="2944" y="1250"/>
                  </a:lnTo>
                  <a:lnTo>
                    <a:pt x="2391" y="1250"/>
                  </a:lnTo>
                  <a:cubicBezTo>
                    <a:pt x="2409" y="1196"/>
                    <a:pt x="2427" y="1143"/>
                    <a:pt x="2445" y="1089"/>
                  </a:cubicBezTo>
                  <a:close/>
                  <a:moveTo>
                    <a:pt x="4970" y="1259"/>
                  </a:moveTo>
                  <a:lnTo>
                    <a:pt x="4970" y="1526"/>
                  </a:lnTo>
                  <a:lnTo>
                    <a:pt x="4300" y="1526"/>
                  </a:lnTo>
                  <a:lnTo>
                    <a:pt x="4300" y="1419"/>
                  </a:lnTo>
                  <a:cubicBezTo>
                    <a:pt x="4300" y="1393"/>
                    <a:pt x="4292" y="1366"/>
                    <a:pt x="4283" y="1348"/>
                  </a:cubicBezTo>
                  <a:lnTo>
                    <a:pt x="4657" y="1348"/>
                  </a:lnTo>
                  <a:lnTo>
                    <a:pt x="4755" y="1259"/>
                  </a:lnTo>
                  <a:close/>
                  <a:moveTo>
                    <a:pt x="2944" y="1268"/>
                  </a:moveTo>
                  <a:lnTo>
                    <a:pt x="3194" y="1508"/>
                  </a:lnTo>
                  <a:lnTo>
                    <a:pt x="3506" y="1508"/>
                  </a:lnTo>
                  <a:lnTo>
                    <a:pt x="3506" y="1651"/>
                  </a:lnTo>
                  <a:lnTo>
                    <a:pt x="2266" y="1651"/>
                  </a:lnTo>
                  <a:cubicBezTo>
                    <a:pt x="2302" y="1571"/>
                    <a:pt x="2329" y="1473"/>
                    <a:pt x="2356" y="1384"/>
                  </a:cubicBezTo>
                  <a:cubicBezTo>
                    <a:pt x="2365" y="1348"/>
                    <a:pt x="2373" y="1303"/>
                    <a:pt x="2391" y="1268"/>
                  </a:cubicBezTo>
                  <a:close/>
                  <a:moveTo>
                    <a:pt x="4970" y="1544"/>
                  </a:moveTo>
                  <a:lnTo>
                    <a:pt x="4970" y="1687"/>
                  </a:lnTo>
                  <a:lnTo>
                    <a:pt x="4300" y="1687"/>
                  </a:lnTo>
                  <a:lnTo>
                    <a:pt x="4300" y="1544"/>
                  </a:lnTo>
                  <a:close/>
                  <a:moveTo>
                    <a:pt x="3506" y="1669"/>
                  </a:moveTo>
                  <a:lnTo>
                    <a:pt x="3506" y="1803"/>
                  </a:lnTo>
                  <a:lnTo>
                    <a:pt x="2213" y="1803"/>
                  </a:lnTo>
                  <a:cubicBezTo>
                    <a:pt x="2231" y="1758"/>
                    <a:pt x="2249" y="1714"/>
                    <a:pt x="2266" y="1669"/>
                  </a:cubicBezTo>
                  <a:close/>
                  <a:moveTo>
                    <a:pt x="4970" y="1705"/>
                  </a:moveTo>
                  <a:lnTo>
                    <a:pt x="4970" y="1928"/>
                  </a:lnTo>
                  <a:lnTo>
                    <a:pt x="4729" y="1928"/>
                  </a:lnTo>
                  <a:lnTo>
                    <a:pt x="4622" y="1839"/>
                  </a:lnTo>
                  <a:lnTo>
                    <a:pt x="4300" y="1839"/>
                  </a:lnTo>
                  <a:lnTo>
                    <a:pt x="4300" y="1705"/>
                  </a:lnTo>
                  <a:close/>
                  <a:moveTo>
                    <a:pt x="777" y="3070"/>
                  </a:moveTo>
                  <a:lnTo>
                    <a:pt x="1365" y="3614"/>
                  </a:lnTo>
                  <a:lnTo>
                    <a:pt x="1365" y="4470"/>
                  </a:lnTo>
                  <a:lnTo>
                    <a:pt x="1169" y="4470"/>
                  </a:lnTo>
                  <a:cubicBezTo>
                    <a:pt x="1053" y="4470"/>
                    <a:pt x="955" y="4568"/>
                    <a:pt x="955" y="4693"/>
                  </a:cubicBezTo>
                  <a:lnTo>
                    <a:pt x="955" y="4881"/>
                  </a:lnTo>
                  <a:lnTo>
                    <a:pt x="72" y="4881"/>
                  </a:lnTo>
                  <a:cubicBezTo>
                    <a:pt x="72" y="4827"/>
                    <a:pt x="81" y="4782"/>
                    <a:pt x="81" y="4738"/>
                  </a:cubicBezTo>
                  <a:cubicBezTo>
                    <a:pt x="90" y="4675"/>
                    <a:pt x="108" y="4613"/>
                    <a:pt x="125" y="4551"/>
                  </a:cubicBezTo>
                  <a:lnTo>
                    <a:pt x="339" y="4551"/>
                  </a:lnTo>
                  <a:lnTo>
                    <a:pt x="411" y="4675"/>
                  </a:lnTo>
                  <a:lnTo>
                    <a:pt x="955" y="4675"/>
                  </a:lnTo>
                  <a:lnTo>
                    <a:pt x="955" y="4658"/>
                  </a:lnTo>
                  <a:lnTo>
                    <a:pt x="429" y="4658"/>
                  </a:lnTo>
                  <a:lnTo>
                    <a:pt x="348" y="4533"/>
                  </a:lnTo>
                  <a:lnTo>
                    <a:pt x="134" y="4533"/>
                  </a:lnTo>
                  <a:cubicBezTo>
                    <a:pt x="206" y="4256"/>
                    <a:pt x="331" y="3917"/>
                    <a:pt x="482" y="3605"/>
                  </a:cubicBezTo>
                  <a:lnTo>
                    <a:pt x="812" y="3908"/>
                  </a:lnTo>
                  <a:lnTo>
                    <a:pt x="812" y="4113"/>
                  </a:lnTo>
                  <a:cubicBezTo>
                    <a:pt x="786" y="4122"/>
                    <a:pt x="768" y="4140"/>
                    <a:pt x="768" y="4167"/>
                  </a:cubicBezTo>
                  <a:cubicBezTo>
                    <a:pt x="768" y="4194"/>
                    <a:pt x="794" y="4220"/>
                    <a:pt x="821" y="4220"/>
                  </a:cubicBezTo>
                  <a:cubicBezTo>
                    <a:pt x="857" y="4220"/>
                    <a:pt x="875" y="4194"/>
                    <a:pt x="875" y="4167"/>
                  </a:cubicBezTo>
                  <a:cubicBezTo>
                    <a:pt x="875" y="4140"/>
                    <a:pt x="857" y="4122"/>
                    <a:pt x="830" y="4113"/>
                  </a:cubicBezTo>
                  <a:lnTo>
                    <a:pt x="830" y="3899"/>
                  </a:lnTo>
                  <a:lnTo>
                    <a:pt x="491" y="3596"/>
                  </a:lnTo>
                  <a:cubicBezTo>
                    <a:pt x="518" y="3534"/>
                    <a:pt x="545" y="3471"/>
                    <a:pt x="580" y="3418"/>
                  </a:cubicBezTo>
                  <a:lnTo>
                    <a:pt x="1142" y="3935"/>
                  </a:lnTo>
                  <a:lnTo>
                    <a:pt x="1142" y="4470"/>
                  </a:lnTo>
                  <a:lnTo>
                    <a:pt x="1169" y="4470"/>
                  </a:lnTo>
                  <a:lnTo>
                    <a:pt x="1169" y="3926"/>
                  </a:lnTo>
                  <a:lnTo>
                    <a:pt x="589" y="3400"/>
                  </a:lnTo>
                  <a:cubicBezTo>
                    <a:pt x="652" y="3275"/>
                    <a:pt x="714" y="3168"/>
                    <a:pt x="777" y="3070"/>
                  </a:cubicBezTo>
                  <a:close/>
                  <a:moveTo>
                    <a:pt x="4184" y="2053"/>
                  </a:moveTo>
                  <a:lnTo>
                    <a:pt x="4184" y="2802"/>
                  </a:lnTo>
                  <a:lnTo>
                    <a:pt x="3328" y="3650"/>
                  </a:lnTo>
                  <a:lnTo>
                    <a:pt x="3328" y="4542"/>
                  </a:lnTo>
                  <a:lnTo>
                    <a:pt x="3685" y="4890"/>
                  </a:lnTo>
                  <a:lnTo>
                    <a:pt x="3694" y="4898"/>
                  </a:lnTo>
                  <a:lnTo>
                    <a:pt x="4140" y="4898"/>
                  </a:lnTo>
                  <a:lnTo>
                    <a:pt x="4140" y="4881"/>
                  </a:lnTo>
                  <a:lnTo>
                    <a:pt x="3703" y="4881"/>
                  </a:lnTo>
                  <a:lnTo>
                    <a:pt x="3346" y="4533"/>
                  </a:lnTo>
                  <a:lnTo>
                    <a:pt x="3346" y="3658"/>
                  </a:lnTo>
                  <a:lnTo>
                    <a:pt x="4202" y="2811"/>
                  </a:lnTo>
                  <a:lnTo>
                    <a:pt x="4202" y="2053"/>
                  </a:lnTo>
                  <a:close/>
                  <a:moveTo>
                    <a:pt x="955" y="4898"/>
                  </a:moveTo>
                  <a:lnTo>
                    <a:pt x="955" y="5130"/>
                  </a:lnTo>
                  <a:lnTo>
                    <a:pt x="54" y="5130"/>
                  </a:lnTo>
                  <a:cubicBezTo>
                    <a:pt x="54" y="5050"/>
                    <a:pt x="63" y="4970"/>
                    <a:pt x="63" y="4898"/>
                  </a:cubicBezTo>
                  <a:close/>
                  <a:moveTo>
                    <a:pt x="955" y="5148"/>
                  </a:moveTo>
                  <a:lnTo>
                    <a:pt x="955" y="5362"/>
                  </a:lnTo>
                  <a:lnTo>
                    <a:pt x="393" y="5362"/>
                  </a:lnTo>
                  <a:lnTo>
                    <a:pt x="286" y="5478"/>
                  </a:lnTo>
                  <a:lnTo>
                    <a:pt x="54" y="5478"/>
                  </a:lnTo>
                  <a:cubicBezTo>
                    <a:pt x="54" y="5371"/>
                    <a:pt x="54" y="5255"/>
                    <a:pt x="54" y="5148"/>
                  </a:cubicBezTo>
                  <a:close/>
                  <a:moveTo>
                    <a:pt x="955" y="5371"/>
                  </a:moveTo>
                  <a:cubicBezTo>
                    <a:pt x="964" y="5487"/>
                    <a:pt x="1053" y="5576"/>
                    <a:pt x="1169" y="5576"/>
                  </a:cubicBezTo>
                  <a:lnTo>
                    <a:pt x="1365" y="5576"/>
                  </a:lnTo>
                  <a:lnTo>
                    <a:pt x="1365" y="5960"/>
                  </a:lnTo>
                  <a:lnTo>
                    <a:pt x="919" y="6397"/>
                  </a:lnTo>
                  <a:lnTo>
                    <a:pt x="224" y="6397"/>
                  </a:lnTo>
                  <a:lnTo>
                    <a:pt x="224" y="6406"/>
                  </a:lnTo>
                  <a:cubicBezTo>
                    <a:pt x="197" y="6335"/>
                    <a:pt x="179" y="6272"/>
                    <a:pt x="152" y="6210"/>
                  </a:cubicBezTo>
                  <a:lnTo>
                    <a:pt x="893" y="6210"/>
                  </a:lnTo>
                  <a:lnTo>
                    <a:pt x="1142" y="5933"/>
                  </a:lnTo>
                  <a:lnTo>
                    <a:pt x="1142" y="5576"/>
                  </a:lnTo>
                  <a:lnTo>
                    <a:pt x="1125" y="5576"/>
                  </a:lnTo>
                  <a:lnTo>
                    <a:pt x="1125" y="5924"/>
                  </a:lnTo>
                  <a:lnTo>
                    <a:pt x="884" y="6192"/>
                  </a:lnTo>
                  <a:lnTo>
                    <a:pt x="152" y="6192"/>
                  </a:lnTo>
                  <a:cubicBezTo>
                    <a:pt x="143" y="6156"/>
                    <a:pt x="125" y="6121"/>
                    <a:pt x="116" y="6085"/>
                  </a:cubicBezTo>
                  <a:lnTo>
                    <a:pt x="687" y="6085"/>
                  </a:lnTo>
                  <a:lnTo>
                    <a:pt x="794" y="5978"/>
                  </a:lnTo>
                  <a:cubicBezTo>
                    <a:pt x="803" y="5982"/>
                    <a:pt x="812" y="5985"/>
                    <a:pt x="821" y="5985"/>
                  </a:cubicBezTo>
                  <a:cubicBezTo>
                    <a:pt x="830" y="5985"/>
                    <a:pt x="839" y="5982"/>
                    <a:pt x="848" y="5978"/>
                  </a:cubicBezTo>
                  <a:cubicBezTo>
                    <a:pt x="875" y="5969"/>
                    <a:pt x="884" y="5933"/>
                    <a:pt x="875" y="5907"/>
                  </a:cubicBezTo>
                  <a:cubicBezTo>
                    <a:pt x="863" y="5889"/>
                    <a:pt x="848" y="5879"/>
                    <a:pt x="831" y="5879"/>
                  </a:cubicBezTo>
                  <a:cubicBezTo>
                    <a:pt x="822" y="5879"/>
                    <a:pt x="813" y="5882"/>
                    <a:pt x="803" y="5889"/>
                  </a:cubicBezTo>
                  <a:cubicBezTo>
                    <a:pt x="777" y="5898"/>
                    <a:pt x="768" y="5933"/>
                    <a:pt x="777" y="5960"/>
                  </a:cubicBezTo>
                  <a:cubicBezTo>
                    <a:pt x="777" y="5960"/>
                    <a:pt x="777" y="5960"/>
                    <a:pt x="786" y="5969"/>
                  </a:cubicBezTo>
                  <a:lnTo>
                    <a:pt x="678" y="6067"/>
                  </a:lnTo>
                  <a:lnTo>
                    <a:pt x="116" y="6067"/>
                  </a:lnTo>
                  <a:cubicBezTo>
                    <a:pt x="108" y="6049"/>
                    <a:pt x="108" y="6022"/>
                    <a:pt x="99" y="6005"/>
                  </a:cubicBezTo>
                  <a:cubicBezTo>
                    <a:pt x="99" y="5978"/>
                    <a:pt x="90" y="5960"/>
                    <a:pt x="90" y="5942"/>
                  </a:cubicBezTo>
                  <a:lnTo>
                    <a:pt x="473" y="5942"/>
                  </a:lnTo>
                  <a:lnTo>
                    <a:pt x="554" y="5871"/>
                  </a:lnTo>
                  <a:cubicBezTo>
                    <a:pt x="566" y="5877"/>
                    <a:pt x="583" y="5883"/>
                    <a:pt x="599" y="5883"/>
                  </a:cubicBezTo>
                  <a:cubicBezTo>
                    <a:pt x="605" y="5883"/>
                    <a:pt x="611" y="5882"/>
                    <a:pt x="616" y="5880"/>
                  </a:cubicBezTo>
                  <a:cubicBezTo>
                    <a:pt x="643" y="5862"/>
                    <a:pt x="652" y="5835"/>
                    <a:pt x="643" y="5808"/>
                  </a:cubicBezTo>
                  <a:cubicBezTo>
                    <a:pt x="630" y="5789"/>
                    <a:pt x="612" y="5774"/>
                    <a:pt x="594" y="5774"/>
                  </a:cubicBezTo>
                  <a:cubicBezTo>
                    <a:pt x="586" y="5774"/>
                    <a:pt x="579" y="5777"/>
                    <a:pt x="571" y="5782"/>
                  </a:cubicBezTo>
                  <a:cubicBezTo>
                    <a:pt x="545" y="5791"/>
                    <a:pt x="527" y="5826"/>
                    <a:pt x="545" y="5853"/>
                  </a:cubicBezTo>
                  <a:lnTo>
                    <a:pt x="464" y="5924"/>
                  </a:lnTo>
                  <a:lnTo>
                    <a:pt x="90" y="5924"/>
                  </a:lnTo>
                  <a:cubicBezTo>
                    <a:pt x="81" y="5898"/>
                    <a:pt x="81" y="5862"/>
                    <a:pt x="72" y="5835"/>
                  </a:cubicBezTo>
                  <a:lnTo>
                    <a:pt x="366" y="5835"/>
                  </a:lnTo>
                  <a:lnTo>
                    <a:pt x="447" y="5746"/>
                  </a:lnTo>
                  <a:cubicBezTo>
                    <a:pt x="455" y="5750"/>
                    <a:pt x="464" y="5753"/>
                    <a:pt x="474" y="5753"/>
                  </a:cubicBezTo>
                  <a:cubicBezTo>
                    <a:pt x="484" y="5753"/>
                    <a:pt x="496" y="5750"/>
                    <a:pt x="509" y="5746"/>
                  </a:cubicBezTo>
                  <a:cubicBezTo>
                    <a:pt x="527" y="5737"/>
                    <a:pt x="545" y="5701"/>
                    <a:pt x="527" y="5675"/>
                  </a:cubicBezTo>
                  <a:cubicBezTo>
                    <a:pt x="520" y="5655"/>
                    <a:pt x="498" y="5644"/>
                    <a:pt x="477" y="5644"/>
                  </a:cubicBezTo>
                  <a:cubicBezTo>
                    <a:pt x="469" y="5644"/>
                    <a:pt x="462" y="5646"/>
                    <a:pt x="455" y="5648"/>
                  </a:cubicBezTo>
                  <a:cubicBezTo>
                    <a:pt x="429" y="5666"/>
                    <a:pt x="420" y="5692"/>
                    <a:pt x="429" y="5719"/>
                  </a:cubicBezTo>
                  <a:cubicBezTo>
                    <a:pt x="438" y="5728"/>
                    <a:pt x="438" y="5728"/>
                    <a:pt x="438" y="5728"/>
                  </a:cubicBezTo>
                  <a:lnTo>
                    <a:pt x="357" y="5817"/>
                  </a:lnTo>
                  <a:lnTo>
                    <a:pt x="72" y="5817"/>
                  </a:lnTo>
                  <a:cubicBezTo>
                    <a:pt x="72" y="5773"/>
                    <a:pt x="63" y="5737"/>
                    <a:pt x="63" y="5692"/>
                  </a:cubicBezTo>
                  <a:lnTo>
                    <a:pt x="241" y="5692"/>
                  </a:lnTo>
                  <a:lnTo>
                    <a:pt x="322" y="5621"/>
                  </a:lnTo>
                  <a:cubicBezTo>
                    <a:pt x="332" y="5632"/>
                    <a:pt x="343" y="5636"/>
                    <a:pt x="353" y="5636"/>
                  </a:cubicBezTo>
                  <a:cubicBezTo>
                    <a:pt x="360" y="5636"/>
                    <a:pt x="368" y="5634"/>
                    <a:pt x="375" y="5630"/>
                  </a:cubicBezTo>
                  <a:cubicBezTo>
                    <a:pt x="402" y="5621"/>
                    <a:pt x="420" y="5585"/>
                    <a:pt x="402" y="5559"/>
                  </a:cubicBezTo>
                  <a:cubicBezTo>
                    <a:pt x="395" y="5539"/>
                    <a:pt x="374" y="5528"/>
                    <a:pt x="352" y="5528"/>
                  </a:cubicBezTo>
                  <a:cubicBezTo>
                    <a:pt x="345" y="5528"/>
                    <a:pt x="337" y="5530"/>
                    <a:pt x="331" y="5532"/>
                  </a:cubicBezTo>
                  <a:cubicBezTo>
                    <a:pt x="304" y="5550"/>
                    <a:pt x="295" y="5585"/>
                    <a:pt x="304" y="5603"/>
                  </a:cubicBezTo>
                  <a:cubicBezTo>
                    <a:pt x="304" y="5612"/>
                    <a:pt x="313" y="5612"/>
                    <a:pt x="313" y="5612"/>
                  </a:cubicBezTo>
                  <a:lnTo>
                    <a:pt x="241" y="5675"/>
                  </a:lnTo>
                  <a:lnTo>
                    <a:pt x="63" y="5675"/>
                  </a:lnTo>
                  <a:cubicBezTo>
                    <a:pt x="63" y="5621"/>
                    <a:pt x="54" y="5559"/>
                    <a:pt x="54" y="5496"/>
                  </a:cubicBezTo>
                  <a:lnTo>
                    <a:pt x="295" y="5496"/>
                  </a:lnTo>
                  <a:lnTo>
                    <a:pt x="402" y="5380"/>
                  </a:lnTo>
                  <a:lnTo>
                    <a:pt x="955" y="5380"/>
                  </a:lnTo>
                  <a:lnTo>
                    <a:pt x="955" y="5371"/>
                  </a:lnTo>
                  <a:close/>
                  <a:moveTo>
                    <a:pt x="1606" y="5576"/>
                  </a:moveTo>
                  <a:lnTo>
                    <a:pt x="1606" y="5924"/>
                  </a:lnTo>
                  <a:lnTo>
                    <a:pt x="946" y="6620"/>
                  </a:lnTo>
                  <a:lnTo>
                    <a:pt x="304" y="6620"/>
                  </a:lnTo>
                  <a:cubicBezTo>
                    <a:pt x="277" y="6558"/>
                    <a:pt x="250" y="6486"/>
                    <a:pt x="232" y="6415"/>
                  </a:cubicBezTo>
                  <a:lnTo>
                    <a:pt x="928" y="6415"/>
                  </a:lnTo>
                  <a:lnTo>
                    <a:pt x="1383" y="5969"/>
                  </a:lnTo>
                  <a:lnTo>
                    <a:pt x="1383" y="5576"/>
                  </a:lnTo>
                  <a:close/>
                  <a:moveTo>
                    <a:pt x="1829" y="5576"/>
                  </a:moveTo>
                  <a:lnTo>
                    <a:pt x="1838" y="5951"/>
                  </a:lnTo>
                  <a:lnTo>
                    <a:pt x="946" y="6861"/>
                  </a:lnTo>
                  <a:lnTo>
                    <a:pt x="393" y="6861"/>
                  </a:lnTo>
                  <a:cubicBezTo>
                    <a:pt x="366" y="6790"/>
                    <a:pt x="339" y="6709"/>
                    <a:pt x="313" y="6638"/>
                  </a:cubicBezTo>
                  <a:lnTo>
                    <a:pt x="955" y="6638"/>
                  </a:lnTo>
                  <a:lnTo>
                    <a:pt x="1624" y="5933"/>
                  </a:lnTo>
                  <a:lnTo>
                    <a:pt x="1624" y="5576"/>
                  </a:lnTo>
                  <a:close/>
                  <a:moveTo>
                    <a:pt x="759" y="8262"/>
                  </a:moveTo>
                  <a:lnTo>
                    <a:pt x="946" y="8395"/>
                  </a:lnTo>
                  <a:lnTo>
                    <a:pt x="1348" y="8395"/>
                  </a:lnTo>
                  <a:cubicBezTo>
                    <a:pt x="1348" y="8404"/>
                    <a:pt x="1348" y="8404"/>
                    <a:pt x="1348" y="8413"/>
                  </a:cubicBezTo>
                  <a:lnTo>
                    <a:pt x="1348" y="8503"/>
                  </a:lnTo>
                  <a:lnTo>
                    <a:pt x="955" y="8503"/>
                  </a:lnTo>
                  <a:lnTo>
                    <a:pt x="768" y="8378"/>
                  </a:lnTo>
                  <a:lnTo>
                    <a:pt x="455" y="8378"/>
                  </a:lnTo>
                  <a:cubicBezTo>
                    <a:pt x="464" y="8342"/>
                    <a:pt x="464" y="8297"/>
                    <a:pt x="473" y="8262"/>
                  </a:cubicBezTo>
                  <a:close/>
                  <a:moveTo>
                    <a:pt x="759" y="8395"/>
                  </a:moveTo>
                  <a:lnTo>
                    <a:pt x="946" y="8520"/>
                  </a:lnTo>
                  <a:lnTo>
                    <a:pt x="1348" y="8520"/>
                  </a:lnTo>
                  <a:lnTo>
                    <a:pt x="1348" y="8592"/>
                  </a:lnTo>
                  <a:lnTo>
                    <a:pt x="919" y="8592"/>
                  </a:lnTo>
                  <a:lnTo>
                    <a:pt x="794" y="8717"/>
                  </a:lnTo>
                  <a:lnTo>
                    <a:pt x="447" y="8717"/>
                  </a:lnTo>
                  <a:cubicBezTo>
                    <a:pt x="447" y="8619"/>
                    <a:pt x="447" y="8511"/>
                    <a:pt x="455" y="8395"/>
                  </a:cubicBezTo>
                  <a:close/>
                  <a:moveTo>
                    <a:pt x="1348" y="8610"/>
                  </a:moveTo>
                  <a:lnTo>
                    <a:pt x="1348" y="8690"/>
                  </a:lnTo>
                  <a:lnTo>
                    <a:pt x="946" y="8690"/>
                  </a:lnTo>
                  <a:lnTo>
                    <a:pt x="794" y="8824"/>
                  </a:lnTo>
                  <a:lnTo>
                    <a:pt x="455" y="8824"/>
                  </a:lnTo>
                  <a:cubicBezTo>
                    <a:pt x="455" y="8797"/>
                    <a:pt x="455" y="8761"/>
                    <a:pt x="447" y="8734"/>
                  </a:cubicBezTo>
                  <a:lnTo>
                    <a:pt x="803" y="8734"/>
                  </a:lnTo>
                  <a:lnTo>
                    <a:pt x="928" y="8610"/>
                  </a:lnTo>
                  <a:close/>
                  <a:moveTo>
                    <a:pt x="4970" y="8181"/>
                  </a:moveTo>
                  <a:lnTo>
                    <a:pt x="4970" y="8315"/>
                  </a:lnTo>
                  <a:lnTo>
                    <a:pt x="4675" y="8315"/>
                  </a:lnTo>
                  <a:lnTo>
                    <a:pt x="4309" y="8699"/>
                  </a:lnTo>
                  <a:lnTo>
                    <a:pt x="4309" y="9002"/>
                  </a:lnTo>
                  <a:lnTo>
                    <a:pt x="4149" y="9002"/>
                  </a:lnTo>
                  <a:lnTo>
                    <a:pt x="4149" y="8699"/>
                  </a:lnTo>
                  <a:lnTo>
                    <a:pt x="4684" y="8181"/>
                  </a:lnTo>
                  <a:close/>
                  <a:moveTo>
                    <a:pt x="4970" y="8333"/>
                  </a:moveTo>
                  <a:lnTo>
                    <a:pt x="4970" y="8529"/>
                  </a:lnTo>
                  <a:lnTo>
                    <a:pt x="4684" y="8529"/>
                  </a:lnTo>
                  <a:lnTo>
                    <a:pt x="4425" y="8761"/>
                  </a:lnTo>
                  <a:lnTo>
                    <a:pt x="4425" y="9002"/>
                  </a:lnTo>
                  <a:lnTo>
                    <a:pt x="4327" y="9002"/>
                  </a:lnTo>
                  <a:lnTo>
                    <a:pt x="4327" y="8699"/>
                  </a:lnTo>
                  <a:lnTo>
                    <a:pt x="4684" y="8333"/>
                  </a:lnTo>
                  <a:close/>
                  <a:moveTo>
                    <a:pt x="3506" y="1821"/>
                  </a:moveTo>
                  <a:lnTo>
                    <a:pt x="3506" y="1901"/>
                  </a:lnTo>
                  <a:cubicBezTo>
                    <a:pt x="3506" y="1972"/>
                    <a:pt x="3551" y="2035"/>
                    <a:pt x="3622" y="2053"/>
                  </a:cubicBezTo>
                  <a:cubicBezTo>
                    <a:pt x="3631" y="2053"/>
                    <a:pt x="3649" y="2062"/>
                    <a:pt x="3658" y="2062"/>
                  </a:cubicBezTo>
                  <a:lnTo>
                    <a:pt x="3756" y="2062"/>
                  </a:lnTo>
                  <a:lnTo>
                    <a:pt x="3756" y="2802"/>
                  </a:lnTo>
                  <a:lnTo>
                    <a:pt x="2721" y="3846"/>
                  </a:lnTo>
                  <a:lnTo>
                    <a:pt x="1990" y="3846"/>
                  </a:lnTo>
                  <a:lnTo>
                    <a:pt x="1856" y="3971"/>
                  </a:lnTo>
                  <a:lnTo>
                    <a:pt x="1856" y="4470"/>
                  </a:lnTo>
                  <a:lnTo>
                    <a:pt x="1874" y="4470"/>
                  </a:lnTo>
                  <a:lnTo>
                    <a:pt x="1874" y="3980"/>
                  </a:lnTo>
                  <a:lnTo>
                    <a:pt x="1999" y="3864"/>
                  </a:lnTo>
                  <a:lnTo>
                    <a:pt x="2730" y="3864"/>
                  </a:lnTo>
                  <a:lnTo>
                    <a:pt x="3774" y="2811"/>
                  </a:lnTo>
                  <a:lnTo>
                    <a:pt x="3774" y="2062"/>
                  </a:lnTo>
                  <a:lnTo>
                    <a:pt x="3890" y="2062"/>
                  </a:lnTo>
                  <a:lnTo>
                    <a:pt x="3890" y="2802"/>
                  </a:lnTo>
                  <a:lnTo>
                    <a:pt x="3043" y="3641"/>
                  </a:lnTo>
                  <a:lnTo>
                    <a:pt x="3043" y="3650"/>
                  </a:lnTo>
                  <a:lnTo>
                    <a:pt x="3043" y="4925"/>
                  </a:lnTo>
                  <a:lnTo>
                    <a:pt x="3399" y="5300"/>
                  </a:lnTo>
                  <a:lnTo>
                    <a:pt x="4140" y="5300"/>
                  </a:lnTo>
                  <a:lnTo>
                    <a:pt x="4140" y="5282"/>
                  </a:lnTo>
                  <a:lnTo>
                    <a:pt x="3417" y="5282"/>
                  </a:lnTo>
                  <a:lnTo>
                    <a:pt x="3060" y="4916"/>
                  </a:lnTo>
                  <a:lnTo>
                    <a:pt x="3060" y="3658"/>
                  </a:lnTo>
                  <a:lnTo>
                    <a:pt x="3908" y="2820"/>
                  </a:lnTo>
                  <a:lnTo>
                    <a:pt x="3908" y="2811"/>
                  </a:lnTo>
                  <a:lnTo>
                    <a:pt x="3908" y="2062"/>
                  </a:lnTo>
                  <a:lnTo>
                    <a:pt x="4024" y="2062"/>
                  </a:lnTo>
                  <a:lnTo>
                    <a:pt x="4024" y="2793"/>
                  </a:lnTo>
                  <a:lnTo>
                    <a:pt x="3176" y="3650"/>
                  </a:lnTo>
                  <a:lnTo>
                    <a:pt x="3176" y="4756"/>
                  </a:lnTo>
                  <a:lnTo>
                    <a:pt x="3542" y="5095"/>
                  </a:lnTo>
                  <a:lnTo>
                    <a:pt x="4140" y="5095"/>
                  </a:lnTo>
                  <a:lnTo>
                    <a:pt x="4140" y="5077"/>
                  </a:lnTo>
                  <a:lnTo>
                    <a:pt x="3551" y="5077"/>
                  </a:lnTo>
                  <a:lnTo>
                    <a:pt x="3194" y="4747"/>
                  </a:lnTo>
                  <a:lnTo>
                    <a:pt x="3194" y="3658"/>
                  </a:lnTo>
                  <a:lnTo>
                    <a:pt x="4042" y="2802"/>
                  </a:lnTo>
                  <a:lnTo>
                    <a:pt x="4042" y="2062"/>
                  </a:lnTo>
                  <a:lnTo>
                    <a:pt x="4149" y="2062"/>
                  </a:lnTo>
                  <a:cubicBezTo>
                    <a:pt x="4158" y="2062"/>
                    <a:pt x="4176" y="2053"/>
                    <a:pt x="4184" y="2053"/>
                  </a:cubicBezTo>
                  <a:cubicBezTo>
                    <a:pt x="4256" y="2035"/>
                    <a:pt x="4300" y="1972"/>
                    <a:pt x="4300" y="1901"/>
                  </a:cubicBezTo>
                  <a:lnTo>
                    <a:pt x="4300" y="1856"/>
                  </a:lnTo>
                  <a:lnTo>
                    <a:pt x="4613" y="1856"/>
                  </a:lnTo>
                  <a:lnTo>
                    <a:pt x="4720" y="1946"/>
                  </a:lnTo>
                  <a:lnTo>
                    <a:pt x="4970" y="1946"/>
                  </a:lnTo>
                  <a:lnTo>
                    <a:pt x="4970" y="3168"/>
                  </a:lnTo>
                  <a:lnTo>
                    <a:pt x="4488" y="3168"/>
                  </a:lnTo>
                  <a:lnTo>
                    <a:pt x="4051" y="3578"/>
                  </a:lnTo>
                  <a:cubicBezTo>
                    <a:pt x="4042" y="3569"/>
                    <a:pt x="4033" y="3560"/>
                    <a:pt x="4015" y="3560"/>
                  </a:cubicBezTo>
                  <a:cubicBezTo>
                    <a:pt x="3988" y="3560"/>
                    <a:pt x="3961" y="3587"/>
                    <a:pt x="3961" y="3614"/>
                  </a:cubicBezTo>
                  <a:cubicBezTo>
                    <a:pt x="3961" y="3650"/>
                    <a:pt x="3988" y="3667"/>
                    <a:pt x="4015" y="3667"/>
                  </a:cubicBezTo>
                  <a:cubicBezTo>
                    <a:pt x="4051" y="3667"/>
                    <a:pt x="4068" y="3650"/>
                    <a:pt x="4068" y="3614"/>
                  </a:cubicBezTo>
                  <a:cubicBezTo>
                    <a:pt x="4068" y="3605"/>
                    <a:pt x="4068" y="3596"/>
                    <a:pt x="4060" y="3587"/>
                  </a:cubicBezTo>
                  <a:lnTo>
                    <a:pt x="4488" y="3186"/>
                  </a:lnTo>
                  <a:lnTo>
                    <a:pt x="4970" y="3186"/>
                  </a:lnTo>
                  <a:lnTo>
                    <a:pt x="4970" y="3337"/>
                  </a:lnTo>
                  <a:lnTo>
                    <a:pt x="4550" y="3337"/>
                  </a:lnTo>
                  <a:lnTo>
                    <a:pt x="4292" y="3569"/>
                  </a:lnTo>
                  <a:cubicBezTo>
                    <a:pt x="4283" y="3569"/>
                    <a:pt x="4274" y="3560"/>
                    <a:pt x="4256" y="3560"/>
                  </a:cubicBezTo>
                  <a:cubicBezTo>
                    <a:pt x="4229" y="3560"/>
                    <a:pt x="4202" y="3587"/>
                    <a:pt x="4202" y="3614"/>
                  </a:cubicBezTo>
                  <a:cubicBezTo>
                    <a:pt x="4202" y="3650"/>
                    <a:pt x="4229" y="3667"/>
                    <a:pt x="4256" y="3667"/>
                  </a:cubicBezTo>
                  <a:cubicBezTo>
                    <a:pt x="4292" y="3667"/>
                    <a:pt x="4309" y="3650"/>
                    <a:pt x="4309" y="3614"/>
                  </a:cubicBezTo>
                  <a:cubicBezTo>
                    <a:pt x="4309" y="3605"/>
                    <a:pt x="4309" y="3596"/>
                    <a:pt x="4300" y="3587"/>
                  </a:cubicBezTo>
                  <a:lnTo>
                    <a:pt x="4559" y="3355"/>
                  </a:lnTo>
                  <a:lnTo>
                    <a:pt x="4970" y="3355"/>
                  </a:lnTo>
                  <a:lnTo>
                    <a:pt x="4970" y="3435"/>
                  </a:lnTo>
                  <a:lnTo>
                    <a:pt x="4684" y="3435"/>
                  </a:lnTo>
                  <a:lnTo>
                    <a:pt x="4523" y="3569"/>
                  </a:lnTo>
                  <a:cubicBezTo>
                    <a:pt x="4523" y="3569"/>
                    <a:pt x="4515" y="3560"/>
                    <a:pt x="4506" y="3560"/>
                  </a:cubicBezTo>
                  <a:cubicBezTo>
                    <a:pt x="4470" y="3560"/>
                    <a:pt x="4452" y="3587"/>
                    <a:pt x="4452" y="3614"/>
                  </a:cubicBezTo>
                  <a:cubicBezTo>
                    <a:pt x="4452" y="3650"/>
                    <a:pt x="4470" y="3667"/>
                    <a:pt x="4506" y="3667"/>
                  </a:cubicBezTo>
                  <a:cubicBezTo>
                    <a:pt x="4532" y="3667"/>
                    <a:pt x="4559" y="3650"/>
                    <a:pt x="4559" y="3614"/>
                  </a:cubicBezTo>
                  <a:cubicBezTo>
                    <a:pt x="4559" y="3605"/>
                    <a:pt x="4550" y="3587"/>
                    <a:pt x="4541" y="3578"/>
                  </a:cubicBezTo>
                  <a:lnTo>
                    <a:pt x="4693" y="3453"/>
                  </a:lnTo>
                  <a:lnTo>
                    <a:pt x="4970" y="3453"/>
                  </a:lnTo>
                  <a:lnTo>
                    <a:pt x="4970" y="4104"/>
                  </a:lnTo>
                  <a:lnTo>
                    <a:pt x="4399" y="4104"/>
                  </a:lnTo>
                  <a:lnTo>
                    <a:pt x="4247" y="3944"/>
                  </a:lnTo>
                  <a:cubicBezTo>
                    <a:pt x="4256" y="3935"/>
                    <a:pt x="4256" y="3926"/>
                    <a:pt x="4256" y="3917"/>
                  </a:cubicBezTo>
                  <a:cubicBezTo>
                    <a:pt x="4256" y="3881"/>
                    <a:pt x="4238" y="3864"/>
                    <a:pt x="4202" y="3864"/>
                  </a:cubicBezTo>
                  <a:cubicBezTo>
                    <a:pt x="4176" y="3864"/>
                    <a:pt x="4149" y="3881"/>
                    <a:pt x="4149" y="3917"/>
                  </a:cubicBezTo>
                  <a:cubicBezTo>
                    <a:pt x="4149" y="3944"/>
                    <a:pt x="4176" y="3971"/>
                    <a:pt x="4202" y="3971"/>
                  </a:cubicBezTo>
                  <a:cubicBezTo>
                    <a:pt x="4220" y="3971"/>
                    <a:pt x="4229" y="3962"/>
                    <a:pt x="4238" y="3962"/>
                  </a:cubicBezTo>
                  <a:lnTo>
                    <a:pt x="4390" y="4122"/>
                  </a:lnTo>
                  <a:lnTo>
                    <a:pt x="4970" y="4122"/>
                  </a:lnTo>
                  <a:lnTo>
                    <a:pt x="4970" y="4238"/>
                  </a:lnTo>
                  <a:lnTo>
                    <a:pt x="4300" y="4238"/>
                  </a:lnTo>
                  <a:lnTo>
                    <a:pt x="4024" y="3953"/>
                  </a:lnTo>
                  <a:cubicBezTo>
                    <a:pt x="4033" y="3944"/>
                    <a:pt x="4033" y="3926"/>
                    <a:pt x="4033" y="3917"/>
                  </a:cubicBezTo>
                  <a:cubicBezTo>
                    <a:pt x="4033" y="3881"/>
                    <a:pt x="4015" y="3864"/>
                    <a:pt x="3979" y="3864"/>
                  </a:cubicBezTo>
                  <a:cubicBezTo>
                    <a:pt x="3953" y="3864"/>
                    <a:pt x="3926" y="3881"/>
                    <a:pt x="3926" y="3917"/>
                  </a:cubicBezTo>
                  <a:cubicBezTo>
                    <a:pt x="3926" y="3944"/>
                    <a:pt x="3953" y="3971"/>
                    <a:pt x="3979" y="3971"/>
                  </a:cubicBezTo>
                  <a:cubicBezTo>
                    <a:pt x="3988" y="3971"/>
                    <a:pt x="3997" y="3962"/>
                    <a:pt x="4006" y="3962"/>
                  </a:cubicBezTo>
                  <a:lnTo>
                    <a:pt x="4292" y="4256"/>
                  </a:lnTo>
                  <a:lnTo>
                    <a:pt x="4970" y="4256"/>
                  </a:lnTo>
                  <a:lnTo>
                    <a:pt x="4970" y="4354"/>
                  </a:lnTo>
                  <a:lnTo>
                    <a:pt x="4211" y="4354"/>
                  </a:lnTo>
                  <a:lnTo>
                    <a:pt x="3810" y="3944"/>
                  </a:lnTo>
                  <a:cubicBezTo>
                    <a:pt x="3819" y="3935"/>
                    <a:pt x="3819" y="3926"/>
                    <a:pt x="3819" y="3917"/>
                  </a:cubicBezTo>
                  <a:cubicBezTo>
                    <a:pt x="3819" y="3881"/>
                    <a:pt x="3801" y="3864"/>
                    <a:pt x="3765" y="3864"/>
                  </a:cubicBezTo>
                  <a:cubicBezTo>
                    <a:pt x="3738" y="3864"/>
                    <a:pt x="3712" y="3881"/>
                    <a:pt x="3712" y="3917"/>
                  </a:cubicBezTo>
                  <a:cubicBezTo>
                    <a:pt x="3712" y="3944"/>
                    <a:pt x="3738" y="3971"/>
                    <a:pt x="3765" y="3971"/>
                  </a:cubicBezTo>
                  <a:cubicBezTo>
                    <a:pt x="3783" y="3971"/>
                    <a:pt x="3792" y="3962"/>
                    <a:pt x="3801" y="3962"/>
                  </a:cubicBezTo>
                  <a:lnTo>
                    <a:pt x="4202" y="4372"/>
                  </a:lnTo>
                  <a:lnTo>
                    <a:pt x="4970" y="4372"/>
                  </a:lnTo>
                  <a:lnTo>
                    <a:pt x="4970" y="8164"/>
                  </a:lnTo>
                  <a:lnTo>
                    <a:pt x="4675" y="8164"/>
                  </a:lnTo>
                  <a:lnTo>
                    <a:pt x="4131" y="8690"/>
                  </a:lnTo>
                  <a:lnTo>
                    <a:pt x="4131" y="8699"/>
                  </a:lnTo>
                  <a:lnTo>
                    <a:pt x="4131" y="9002"/>
                  </a:lnTo>
                  <a:lnTo>
                    <a:pt x="3997" y="9002"/>
                  </a:lnTo>
                  <a:lnTo>
                    <a:pt x="3997" y="8199"/>
                  </a:lnTo>
                  <a:lnTo>
                    <a:pt x="4773" y="7441"/>
                  </a:lnTo>
                  <a:lnTo>
                    <a:pt x="4773" y="7120"/>
                  </a:lnTo>
                  <a:lnTo>
                    <a:pt x="4791" y="7120"/>
                  </a:lnTo>
                  <a:cubicBezTo>
                    <a:pt x="4818" y="7102"/>
                    <a:pt x="4827" y="7075"/>
                    <a:pt x="4818" y="7048"/>
                  </a:cubicBezTo>
                  <a:cubicBezTo>
                    <a:pt x="4804" y="7028"/>
                    <a:pt x="4786" y="7018"/>
                    <a:pt x="4766" y="7018"/>
                  </a:cubicBezTo>
                  <a:cubicBezTo>
                    <a:pt x="4760" y="7018"/>
                    <a:pt x="4753" y="7019"/>
                    <a:pt x="4746" y="7022"/>
                  </a:cubicBezTo>
                  <a:cubicBezTo>
                    <a:pt x="4720" y="7039"/>
                    <a:pt x="4702" y="7066"/>
                    <a:pt x="4720" y="7093"/>
                  </a:cubicBezTo>
                  <a:cubicBezTo>
                    <a:pt x="4729" y="7111"/>
                    <a:pt x="4746" y="7120"/>
                    <a:pt x="4755" y="7120"/>
                  </a:cubicBezTo>
                  <a:lnTo>
                    <a:pt x="4755" y="7432"/>
                  </a:lnTo>
                  <a:lnTo>
                    <a:pt x="3979" y="8190"/>
                  </a:lnTo>
                  <a:lnTo>
                    <a:pt x="3979" y="9002"/>
                  </a:lnTo>
                  <a:lnTo>
                    <a:pt x="3854" y="9002"/>
                  </a:lnTo>
                  <a:lnTo>
                    <a:pt x="3854" y="8137"/>
                  </a:lnTo>
                  <a:lnTo>
                    <a:pt x="4595" y="7405"/>
                  </a:lnTo>
                  <a:lnTo>
                    <a:pt x="4604" y="7396"/>
                  </a:lnTo>
                  <a:lnTo>
                    <a:pt x="4604" y="7173"/>
                  </a:lnTo>
                  <a:cubicBezTo>
                    <a:pt x="4604" y="7173"/>
                    <a:pt x="4613" y="7173"/>
                    <a:pt x="4613" y="7164"/>
                  </a:cubicBezTo>
                  <a:cubicBezTo>
                    <a:pt x="4639" y="7155"/>
                    <a:pt x="4648" y="7120"/>
                    <a:pt x="4639" y="7093"/>
                  </a:cubicBezTo>
                  <a:cubicBezTo>
                    <a:pt x="4628" y="7076"/>
                    <a:pt x="4613" y="7066"/>
                    <a:pt x="4596" y="7066"/>
                  </a:cubicBezTo>
                  <a:cubicBezTo>
                    <a:pt x="4587" y="7066"/>
                    <a:pt x="4578" y="7069"/>
                    <a:pt x="4568" y="7075"/>
                  </a:cubicBezTo>
                  <a:cubicBezTo>
                    <a:pt x="4541" y="7084"/>
                    <a:pt x="4532" y="7120"/>
                    <a:pt x="4541" y="7147"/>
                  </a:cubicBezTo>
                  <a:cubicBezTo>
                    <a:pt x="4550" y="7164"/>
                    <a:pt x="4568" y="7173"/>
                    <a:pt x="4586" y="7173"/>
                  </a:cubicBezTo>
                  <a:lnTo>
                    <a:pt x="4586" y="7396"/>
                  </a:lnTo>
                  <a:lnTo>
                    <a:pt x="3837" y="8119"/>
                  </a:lnTo>
                  <a:lnTo>
                    <a:pt x="3837" y="8128"/>
                  </a:lnTo>
                  <a:lnTo>
                    <a:pt x="3837" y="9011"/>
                  </a:lnTo>
                  <a:cubicBezTo>
                    <a:pt x="3783" y="9029"/>
                    <a:pt x="3738" y="9082"/>
                    <a:pt x="3738" y="9154"/>
                  </a:cubicBezTo>
                  <a:lnTo>
                    <a:pt x="3738" y="9181"/>
                  </a:lnTo>
                  <a:lnTo>
                    <a:pt x="3346" y="9181"/>
                  </a:lnTo>
                  <a:lnTo>
                    <a:pt x="3132" y="8975"/>
                  </a:lnTo>
                  <a:lnTo>
                    <a:pt x="3132" y="7405"/>
                  </a:lnTo>
                  <a:lnTo>
                    <a:pt x="3774" y="6781"/>
                  </a:lnTo>
                  <a:lnTo>
                    <a:pt x="4167" y="6781"/>
                  </a:lnTo>
                  <a:lnTo>
                    <a:pt x="4167" y="6763"/>
                  </a:lnTo>
                  <a:lnTo>
                    <a:pt x="3765" y="6763"/>
                  </a:lnTo>
                  <a:lnTo>
                    <a:pt x="3123" y="7396"/>
                  </a:lnTo>
                  <a:lnTo>
                    <a:pt x="3114" y="7396"/>
                  </a:lnTo>
                  <a:lnTo>
                    <a:pt x="3114" y="8975"/>
                  </a:lnTo>
                  <a:lnTo>
                    <a:pt x="3337" y="9198"/>
                  </a:lnTo>
                  <a:lnTo>
                    <a:pt x="3738" y="9198"/>
                  </a:lnTo>
                  <a:lnTo>
                    <a:pt x="3738" y="9386"/>
                  </a:lnTo>
                  <a:lnTo>
                    <a:pt x="3221" y="9386"/>
                  </a:lnTo>
                  <a:lnTo>
                    <a:pt x="2891" y="9029"/>
                  </a:lnTo>
                  <a:lnTo>
                    <a:pt x="2891" y="7405"/>
                  </a:lnTo>
                  <a:lnTo>
                    <a:pt x="3774" y="6531"/>
                  </a:lnTo>
                  <a:lnTo>
                    <a:pt x="4140" y="6531"/>
                  </a:lnTo>
                  <a:lnTo>
                    <a:pt x="4140" y="6513"/>
                  </a:lnTo>
                  <a:lnTo>
                    <a:pt x="3765" y="6513"/>
                  </a:lnTo>
                  <a:lnTo>
                    <a:pt x="2873" y="7396"/>
                  </a:lnTo>
                  <a:lnTo>
                    <a:pt x="2873" y="9038"/>
                  </a:lnTo>
                  <a:lnTo>
                    <a:pt x="3212" y="9404"/>
                  </a:lnTo>
                  <a:lnTo>
                    <a:pt x="3738" y="9404"/>
                  </a:lnTo>
                  <a:lnTo>
                    <a:pt x="3738" y="9493"/>
                  </a:lnTo>
                  <a:lnTo>
                    <a:pt x="3096" y="9493"/>
                  </a:lnTo>
                  <a:lnTo>
                    <a:pt x="2730" y="9145"/>
                  </a:lnTo>
                  <a:lnTo>
                    <a:pt x="2730" y="8627"/>
                  </a:lnTo>
                  <a:lnTo>
                    <a:pt x="2489" y="8378"/>
                  </a:lnTo>
                  <a:lnTo>
                    <a:pt x="1838" y="8378"/>
                  </a:lnTo>
                  <a:lnTo>
                    <a:pt x="1838" y="8387"/>
                  </a:lnTo>
                  <a:cubicBezTo>
                    <a:pt x="1829" y="8342"/>
                    <a:pt x="1794" y="8315"/>
                    <a:pt x="1749" y="8315"/>
                  </a:cubicBezTo>
                  <a:lnTo>
                    <a:pt x="1490" y="8315"/>
                  </a:lnTo>
                  <a:lnTo>
                    <a:pt x="1490" y="7762"/>
                  </a:lnTo>
                  <a:lnTo>
                    <a:pt x="3212" y="6031"/>
                  </a:lnTo>
                  <a:lnTo>
                    <a:pt x="4140" y="6031"/>
                  </a:lnTo>
                  <a:lnTo>
                    <a:pt x="4140" y="6014"/>
                  </a:lnTo>
                  <a:lnTo>
                    <a:pt x="3203" y="6014"/>
                  </a:lnTo>
                  <a:lnTo>
                    <a:pt x="1472" y="7753"/>
                  </a:lnTo>
                  <a:lnTo>
                    <a:pt x="1472" y="8315"/>
                  </a:lnTo>
                  <a:lnTo>
                    <a:pt x="1446" y="8315"/>
                  </a:lnTo>
                  <a:cubicBezTo>
                    <a:pt x="1401" y="8315"/>
                    <a:pt x="1356" y="8342"/>
                    <a:pt x="1348" y="8387"/>
                  </a:cubicBezTo>
                  <a:lnTo>
                    <a:pt x="1348" y="8378"/>
                  </a:lnTo>
                  <a:lnTo>
                    <a:pt x="955" y="8378"/>
                  </a:lnTo>
                  <a:lnTo>
                    <a:pt x="759" y="8244"/>
                  </a:lnTo>
                  <a:lnTo>
                    <a:pt x="473" y="8244"/>
                  </a:lnTo>
                  <a:cubicBezTo>
                    <a:pt x="473" y="8199"/>
                    <a:pt x="482" y="8164"/>
                    <a:pt x="482" y="8119"/>
                  </a:cubicBezTo>
                  <a:lnTo>
                    <a:pt x="678" y="8119"/>
                  </a:lnTo>
                  <a:cubicBezTo>
                    <a:pt x="678" y="8128"/>
                    <a:pt x="678" y="8128"/>
                    <a:pt x="687" y="8137"/>
                  </a:cubicBezTo>
                  <a:cubicBezTo>
                    <a:pt x="693" y="8154"/>
                    <a:pt x="710" y="8164"/>
                    <a:pt x="729" y="8164"/>
                  </a:cubicBezTo>
                  <a:cubicBezTo>
                    <a:pt x="739" y="8164"/>
                    <a:pt x="749" y="8161"/>
                    <a:pt x="759" y="8155"/>
                  </a:cubicBezTo>
                  <a:cubicBezTo>
                    <a:pt x="786" y="8146"/>
                    <a:pt x="794" y="8110"/>
                    <a:pt x="777" y="8083"/>
                  </a:cubicBezTo>
                  <a:cubicBezTo>
                    <a:pt x="771" y="8066"/>
                    <a:pt x="754" y="8056"/>
                    <a:pt x="735" y="8056"/>
                  </a:cubicBezTo>
                  <a:cubicBezTo>
                    <a:pt x="725" y="8056"/>
                    <a:pt x="715" y="8059"/>
                    <a:pt x="705" y="8065"/>
                  </a:cubicBezTo>
                  <a:cubicBezTo>
                    <a:pt x="696" y="8074"/>
                    <a:pt x="687" y="8083"/>
                    <a:pt x="678" y="8101"/>
                  </a:cubicBezTo>
                  <a:lnTo>
                    <a:pt x="491" y="8101"/>
                  </a:lnTo>
                  <a:cubicBezTo>
                    <a:pt x="491" y="8083"/>
                    <a:pt x="491" y="8056"/>
                    <a:pt x="491" y="8039"/>
                  </a:cubicBezTo>
                  <a:cubicBezTo>
                    <a:pt x="500" y="8003"/>
                    <a:pt x="500" y="7976"/>
                    <a:pt x="500" y="7941"/>
                  </a:cubicBezTo>
                  <a:lnTo>
                    <a:pt x="830" y="7941"/>
                  </a:lnTo>
                  <a:cubicBezTo>
                    <a:pt x="830" y="7949"/>
                    <a:pt x="830" y="7958"/>
                    <a:pt x="830" y="7958"/>
                  </a:cubicBezTo>
                  <a:cubicBezTo>
                    <a:pt x="844" y="7978"/>
                    <a:pt x="867" y="7988"/>
                    <a:pt x="885" y="7988"/>
                  </a:cubicBezTo>
                  <a:cubicBezTo>
                    <a:pt x="891" y="7988"/>
                    <a:pt x="897" y="7987"/>
                    <a:pt x="902" y="7985"/>
                  </a:cubicBezTo>
                  <a:cubicBezTo>
                    <a:pt x="928" y="7967"/>
                    <a:pt x="946" y="7941"/>
                    <a:pt x="928" y="7914"/>
                  </a:cubicBezTo>
                  <a:cubicBezTo>
                    <a:pt x="922" y="7894"/>
                    <a:pt x="900" y="7884"/>
                    <a:pt x="878" y="7884"/>
                  </a:cubicBezTo>
                  <a:cubicBezTo>
                    <a:pt x="871" y="7884"/>
                    <a:pt x="864" y="7885"/>
                    <a:pt x="857" y="7887"/>
                  </a:cubicBezTo>
                  <a:cubicBezTo>
                    <a:pt x="839" y="7896"/>
                    <a:pt x="830" y="7914"/>
                    <a:pt x="830" y="7923"/>
                  </a:cubicBezTo>
                  <a:lnTo>
                    <a:pt x="509" y="7923"/>
                  </a:lnTo>
                  <a:cubicBezTo>
                    <a:pt x="509" y="7869"/>
                    <a:pt x="518" y="7816"/>
                    <a:pt x="518" y="7771"/>
                  </a:cubicBezTo>
                  <a:lnTo>
                    <a:pt x="964" y="7771"/>
                  </a:lnTo>
                  <a:cubicBezTo>
                    <a:pt x="964" y="7771"/>
                    <a:pt x="964" y="7780"/>
                    <a:pt x="964" y="7780"/>
                  </a:cubicBezTo>
                  <a:cubicBezTo>
                    <a:pt x="977" y="7800"/>
                    <a:pt x="996" y="7810"/>
                    <a:pt x="1015" y="7810"/>
                  </a:cubicBezTo>
                  <a:cubicBezTo>
                    <a:pt x="1022" y="7810"/>
                    <a:pt x="1029" y="7809"/>
                    <a:pt x="1035" y="7807"/>
                  </a:cubicBezTo>
                  <a:cubicBezTo>
                    <a:pt x="1062" y="7789"/>
                    <a:pt x="1071" y="7762"/>
                    <a:pt x="1062" y="7735"/>
                  </a:cubicBezTo>
                  <a:cubicBezTo>
                    <a:pt x="1049" y="7715"/>
                    <a:pt x="1030" y="7705"/>
                    <a:pt x="1011" y="7705"/>
                  </a:cubicBezTo>
                  <a:cubicBezTo>
                    <a:pt x="1004" y="7705"/>
                    <a:pt x="997" y="7706"/>
                    <a:pt x="991" y="7709"/>
                  </a:cubicBezTo>
                  <a:cubicBezTo>
                    <a:pt x="973" y="7717"/>
                    <a:pt x="964" y="7735"/>
                    <a:pt x="964" y="7753"/>
                  </a:cubicBezTo>
                  <a:lnTo>
                    <a:pt x="527" y="7753"/>
                  </a:lnTo>
                  <a:cubicBezTo>
                    <a:pt x="527" y="7700"/>
                    <a:pt x="536" y="7646"/>
                    <a:pt x="536" y="7593"/>
                  </a:cubicBezTo>
                  <a:lnTo>
                    <a:pt x="1107" y="7593"/>
                  </a:lnTo>
                  <a:cubicBezTo>
                    <a:pt x="1107" y="7602"/>
                    <a:pt x="1107" y="7610"/>
                    <a:pt x="1107" y="7610"/>
                  </a:cubicBezTo>
                  <a:cubicBezTo>
                    <a:pt x="1120" y="7631"/>
                    <a:pt x="1138" y="7641"/>
                    <a:pt x="1158" y="7641"/>
                  </a:cubicBezTo>
                  <a:cubicBezTo>
                    <a:pt x="1165" y="7641"/>
                    <a:pt x="1171" y="7639"/>
                    <a:pt x="1178" y="7637"/>
                  </a:cubicBezTo>
                  <a:cubicBezTo>
                    <a:pt x="1205" y="7619"/>
                    <a:pt x="1223" y="7593"/>
                    <a:pt x="1205" y="7566"/>
                  </a:cubicBezTo>
                  <a:cubicBezTo>
                    <a:pt x="1198" y="7547"/>
                    <a:pt x="1178" y="7532"/>
                    <a:pt x="1157" y="7532"/>
                  </a:cubicBezTo>
                  <a:cubicBezTo>
                    <a:pt x="1149" y="7532"/>
                    <a:pt x="1141" y="7534"/>
                    <a:pt x="1133" y="7539"/>
                  </a:cubicBezTo>
                  <a:cubicBezTo>
                    <a:pt x="1116" y="7548"/>
                    <a:pt x="1107" y="7566"/>
                    <a:pt x="1107" y="7575"/>
                  </a:cubicBezTo>
                  <a:lnTo>
                    <a:pt x="536" y="7575"/>
                  </a:lnTo>
                  <a:cubicBezTo>
                    <a:pt x="536" y="7539"/>
                    <a:pt x="536" y="7503"/>
                    <a:pt x="536" y="7468"/>
                  </a:cubicBezTo>
                  <a:lnTo>
                    <a:pt x="1330" y="7468"/>
                  </a:lnTo>
                  <a:lnTo>
                    <a:pt x="2507" y="6290"/>
                  </a:lnTo>
                  <a:cubicBezTo>
                    <a:pt x="2516" y="6299"/>
                    <a:pt x="2534" y="6308"/>
                    <a:pt x="2543" y="6308"/>
                  </a:cubicBezTo>
                  <a:cubicBezTo>
                    <a:pt x="2579" y="6308"/>
                    <a:pt x="2597" y="6281"/>
                    <a:pt x="2597" y="6254"/>
                  </a:cubicBezTo>
                  <a:cubicBezTo>
                    <a:pt x="2597" y="6228"/>
                    <a:pt x="2579" y="6201"/>
                    <a:pt x="2543" y="6201"/>
                  </a:cubicBezTo>
                  <a:cubicBezTo>
                    <a:pt x="2516" y="6201"/>
                    <a:pt x="2489" y="6228"/>
                    <a:pt x="2489" y="6254"/>
                  </a:cubicBezTo>
                  <a:cubicBezTo>
                    <a:pt x="2489" y="6263"/>
                    <a:pt x="2498" y="6272"/>
                    <a:pt x="2498" y="6281"/>
                  </a:cubicBezTo>
                  <a:lnTo>
                    <a:pt x="1321" y="7450"/>
                  </a:lnTo>
                  <a:lnTo>
                    <a:pt x="536" y="7450"/>
                  </a:lnTo>
                  <a:cubicBezTo>
                    <a:pt x="536" y="7396"/>
                    <a:pt x="536" y="7343"/>
                    <a:pt x="527" y="7289"/>
                  </a:cubicBezTo>
                  <a:cubicBezTo>
                    <a:pt x="518" y="7280"/>
                    <a:pt x="518" y="7271"/>
                    <a:pt x="518" y="7254"/>
                  </a:cubicBezTo>
                  <a:lnTo>
                    <a:pt x="1205" y="7254"/>
                  </a:lnTo>
                  <a:lnTo>
                    <a:pt x="2177" y="6290"/>
                  </a:lnTo>
                  <a:cubicBezTo>
                    <a:pt x="2186" y="6299"/>
                    <a:pt x="2195" y="6308"/>
                    <a:pt x="2213" y="6308"/>
                  </a:cubicBezTo>
                  <a:cubicBezTo>
                    <a:pt x="2240" y="6308"/>
                    <a:pt x="2266" y="6281"/>
                    <a:pt x="2266" y="6254"/>
                  </a:cubicBezTo>
                  <a:cubicBezTo>
                    <a:pt x="2266" y="6228"/>
                    <a:pt x="2240" y="6201"/>
                    <a:pt x="2213" y="6201"/>
                  </a:cubicBezTo>
                  <a:cubicBezTo>
                    <a:pt x="2186" y="6201"/>
                    <a:pt x="2159" y="6228"/>
                    <a:pt x="2159" y="6254"/>
                  </a:cubicBezTo>
                  <a:cubicBezTo>
                    <a:pt x="2159" y="6263"/>
                    <a:pt x="2159" y="6272"/>
                    <a:pt x="2168" y="6281"/>
                  </a:cubicBezTo>
                  <a:lnTo>
                    <a:pt x="1196" y="7236"/>
                  </a:lnTo>
                  <a:lnTo>
                    <a:pt x="509" y="7236"/>
                  </a:lnTo>
                  <a:cubicBezTo>
                    <a:pt x="500" y="7191"/>
                    <a:pt x="482" y="7129"/>
                    <a:pt x="464" y="7075"/>
                  </a:cubicBezTo>
                  <a:lnTo>
                    <a:pt x="1053" y="7075"/>
                  </a:lnTo>
                  <a:lnTo>
                    <a:pt x="1811" y="6290"/>
                  </a:lnTo>
                  <a:cubicBezTo>
                    <a:pt x="1822" y="6301"/>
                    <a:pt x="1832" y="6305"/>
                    <a:pt x="1843" y="6305"/>
                  </a:cubicBezTo>
                  <a:cubicBezTo>
                    <a:pt x="1850" y="6305"/>
                    <a:pt x="1858" y="6303"/>
                    <a:pt x="1865" y="6299"/>
                  </a:cubicBezTo>
                  <a:cubicBezTo>
                    <a:pt x="1892" y="6290"/>
                    <a:pt x="1910" y="6254"/>
                    <a:pt x="1892" y="6228"/>
                  </a:cubicBezTo>
                  <a:cubicBezTo>
                    <a:pt x="1886" y="6210"/>
                    <a:pt x="1869" y="6201"/>
                    <a:pt x="1851" y="6201"/>
                  </a:cubicBezTo>
                  <a:cubicBezTo>
                    <a:pt x="1840" y="6201"/>
                    <a:pt x="1830" y="6204"/>
                    <a:pt x="1820" y="6210"/>
                  </a:cubicBezTo>
                  <a:cubicBezTo>
                    <a:pt x="1794" y="6219"/>
                    <a:pt x="1785" y="6254"/>
                    <a:pt x="1794" y="6281"/>
                  </a:cubicBezTo>
                  <a:lnTo>
                    <a:pt x="1044" y="7048"/>
                  </a:lnTo>
                  <a:lnTo>
                    <a:pt x="464" y="7048"/>
                  </a:lnTo>
                  <a:cubicBezTo>
                    <a:pt x="447" y="6995"/>
                    <a:pt x="420" y="6941"/>
                    <a:pt x="402" y="6879"/>
                  </a:cubicBezTo>
                  <a:lnTo>
                    <a:pt x="955" y="6879"/>
                  </a:lnTo>
                  <a:lnTo>
                    <a:pt x="1847" y="5960"/>
                  </a:lnTo>
                  <a:lnTo>
                    <a:pt x="1856" y="5951"/>
                  </a:lnTo>
                  <a:lnTo>
                    <a:pt x="1847" y="5576"/>
                  </a:lnTo>
                  <a:lnTo>
                    <a:pt x="1838" y="5576"/>
                  </a:lnTo>
                  <a:cubicBezTo>
                    <a:pt x="1927" y="5576"/>
                    <a:pt x="2008" y="5523"/>
                    <a:pt x="2034" y="5452"/>
                  </a:cubicBezTo>
                  <a:lnTo>
                    <a:pt x="2034" y="5460"/>
                  </a:lnTo>
                  <a:lnTo>
                    <a:pt x="2481" y="5460"/>
                  </a:lnTo>
                  <a:lnTo>
                    <a:pt x="2837" y="5791"/>
                  </a:lnTo>
                  <a:cubicBezTo>
                    <a:pt x="2828" y="5799"/>
                    <a:pt x="2820" y="5808"/>
                    <a:pt x="2820" y="5826"/>
                  </a:cubicBezTo>
                  <a:cubicBezTo>
                    <a:pt x="2820" y="5853"/>
                    <a:pt x="2846" y="5880"/>
                    <a:pt x="2873" y="5880"/>
                  </a:cubicBezTo>
                  <a:cubicBezTo>
                    <a:pt x="2909" y="5880"/>
                    <a:pt x="2927" y="5853"/>
                    <a:pt x="2927" y="5826"/>
                  </a:cubicBezTo>
                  <a:cubicBezTo>
                    <a:pt x="2927" y="5791"/>
                    <a:pt x="2909" y="5773"/>
                    <a:pt x="2873" y="5773"/>
                  </a:cubicBezTo>
                  <a:cubicBezTo>
                    <a:pt x="2864" y="5773"/>
                    <a:pt x="2855" y="5773"/>
                    <a:pt x="2846" y="5782"/>
                  </a:cubicBezTo>
                  <a:lnTo>
                    <a:pt x="2489" y="5443"/>
                  </a:lnTo>
                  <a:lnTo>
                    <a:pt x="2043" y="5443"/>
                  </a:lnTo>
                  <a:cubicBezTo>
                    <a:pt x="2052" y="5416"/>
                    <a:pt x="2061" y="5389"/>
                    <a:pt x="2061" y="5362"/>
                  </a:cubicBezTo>
                  <a:lnTo>
                    <a:pt x="2061" y="5237"/>
                  </a:lnTo>
                  <a:lnTo>
                    <a:pt x="2498" y="5237"/>
                  </a:lnTo>
                  <a:lnTo>
                    <a:pt x="2739" y="5460"/>
                  </a:lnTo>
                  <a:cubicBezTo>
                    <a:pt x="2739" y="5469"/>
                    <a:pt x="2730" y="5478"/>
                    <a:pt x="2730" y="5487"/>
                  </a:cubicBezTo>
                  <a:cubicBezTo>
                    <a:pt x="2730" y="5523"/>
                    <a:pt x="2757" y="5541"/>
                    <a:pt x="2784" y="5541"/>
                  </a:cubicBezTo>
                  <a:cubicBezTo>
                    <a:pt x="2820" y="5541"/>
                    <a:pt x="2837" y="5523"/>
                    <a:pt x="2837" y="5487"/>
                  </a:cubicBezTo>
                  <a:cubicBezTo>
                    <a:pt x="2837" y="5460"/>
                    <a:pt x="2820" y="5434"/>
                    <a:pt x="2784" y="5434"/>
                  </a:cubicBezTo>
                  <a:cubicBezTo>
                    <a:pt x="2775" y="5434"/>
                    <a:pt x="2766" y="5443"/>
                    <a:pt x="2757" y="5452"/>
                  </a:cubicBezTo>
                  <a:lnTo>
                    <a:pt x="2507" y="5220"/>
                  </a:lnTo>
                  <a:lnTo>
                    <a:pt x="2061" y="5220"/>
                  </a:lnTo>
                  <a:lnTo>
                    <a:pt x="2061" y="4997"/>
                  </a:lnTo>
                  <a:lnTo>
                    <a:pt x="2605" y="4997"/>
                  </a:lnTo>
                  <a:lnTo>
                    <a:pt x="3373" y="5773"/>
                  </a:lnTo>
                  <a:lnTo>
                    <a:pt x="4140" y="5773"/>
                  </a:lnTo>
                  <a:lnTo>
                    <a:pt x="4140" y="5755"/>
                  </a:lnTo>
                  <a:lnTo>
                    <a:pt x="3382" y="5755"/>
                  </a:lnTo>
                  <a:lnTo>
                    <a:pt x="2614" y="4988"/>
                  </a:lnTo>
                  <a:lnTo>
                    <a:pt x="2605" y="4979"/>
                  </a:lnTo>
                  <a:lnTo>
                    <a:pt x="2061" y="4979"/>
                  </a:lnTo>
                  <a:lnTo>
                    <a:pt x="2061" y="4702"/>
                  </a:lnTo>
                  <a:lnTo>
                    <a:pt x="2597" y="4702"/>
                  </a:lnTo>
                  <a:lnTo>
                    <a:pt x="3426" y="5532"/>
                  </a:lnTo>
                  <a:lnTo>
                    <a:pt x="3426" y="5541"/>
                  </a:lnTo>
                  <a:lnTo>
                    <a:pt x="4140" y="5541"/>
                  </a:lnTo>
                  <a:lnTo>
                    <a:pt x="4140" y="5523"/>
                  </a:lnTo>
                  <a:lnTo>
                    <a:pt x="3435" y="5523"/>
                  </a:lnTo>
                  <a:lnTo>
                    <a:pt x="2605" y="4684"/>
                  </a:lnTo>
                  <a:lnTo>
                    <a:pt x="2061" y="4684"/>
                  </a:lnTo>
                  <a:lnTo>
                    <a:pt x="2061" y="4693"/>
                  </a:lnTo>
                  <a:cubicBezTo>
                    <a:pt x="2061" y="4568"/>
                    <a:pt x="1963" y="4470"/>
                    <a:pt x="1838" y="4470"/>
                  </a:cubicBezTo>
                  <a:lnTo>
                    <a:pt x="1642" y="4470"/>
                  </a:lnTo>
                  <a:lnTo>
                    <a:pt x="1642" y="3953"/>
                  </a:lnTo>
                  <a:lnTo>
                    <a:pt x="1954" y="3658"/>
                  </a:lnTo>
                  <a:lnTo>
                    <a:pt x="2811" y="3658"/>
                  </a:lnTo>
                  <a:lnTo>
                    <a:pt x="3622" y="2811"/>
                  </a:lnTo>
                  <a:lnTo>
                    <a:pt x="3622" y="2053"/>
                  </a:lnTo>
                  <a:lnTo>
                    <a:pt x="3605" y="2053"/>
                  </a:lnTo>
                  <a:lnTo>
                    <a:pt x="3605" y="2802"/>
                  </a:lnTo>
                  <a:lnTo>
                    <a:pt x="2802" y="3641"/>
                  </a:lnTo>
                  <a:lnTo>
                    <a:pt x="1945" y="3641"/>
                  </a:lnTo>
                  <a:lnTo>
                    <a:pt x="1633" y="3935"/>
                  </a:lnTo>
                  <a:lnTo>
                    <a:pt x="1624" y="3944"/>
                  </a:lnTo>
                  <a:lnTo>
                    <a:pt x="1624" y="4470"/>
                  </a:lnTo>
                  <a:lnTo>
                    <a:pt x="1383" y="4470"/>
                  </a:lnTo>
                  <a:lnTo>
                    <a:pt x="1383" y="3605"/>
                  </a:lnTo>
                  <a:lnTo>
                    <a:pt x="794" y="3052"/>
                  </a:lnTo>
                  <a:cubicBezTo>
                    <a:pt x="812" y="3025"/>
                    <a:pt x="830" y="2998"/>
                    <a:pt x="857" y="2972"/>
                  </a:cubicBezTo>
                  <a:cubicBezTo>
                    <a:pt x="866" y="2945"/>
                    <a:pt x="884" y="2927"/>
                    <a:pt x="910" y="2909"/>
                  </a:cubicBezTo>
                  <a:lnTo>
                    <a:pt x="1196" y="2909"/>
                  </a:lnTo>
                  <a:lnTo>
                    <a:pt x="1490" y="3186"/>
                  </a:lnTo>
                  <a:cubicBezTo>
                    <a:pt x="1490" y="3195"/>
                    <a:pt x="1481" y="3212"/>
                    <a:pt x="1481" y="3221"/>
                  </a:cubicBezTo>
                  <a:cubicBezTo>
                    <a:pt x="1481" y="3248"/>
                    <a:pt x="1508" y="3275"/>
                    <a:pt x="1535" y="3275"/>
                  </a:cubicBezTo>
                  <a:cubicBezTo>
                    <a:pt x="1562" y="3275"/>
                    <a:pt x="1588" y="3248"/>
                    <a:pt x="1588" y="3221"/>
                  </a:cubicBezTo>
                  <a:cubicBezTo>
                    <a:pt x="1588" y="3195"/>
                    <a:pt x="1562" y="3168"/>
                    <a:pt x="1535" y="3168"/>
                  </a:cubicBezTo>
                  <a:cubicBezTo>
                    <a:pt x="1526" y="3168"/>
                    <a:pt x="1517" y="3177"/>
                    <a:pt x="1508" y="3177"/>
                  </a:cubicBezTo>
                  <a:lnTo>
                    <a:pt x="1205" y="2891"/>
                  </a:lnTo>
                  <a:lnTo>
                    <a:pt x="928" y="2891"/>
                  </a:lnTo>
                  <a:cubicBezTo>
                    <a:pt x="973" y="2838"/>
                    <a:pt x="1035" y="2784"/>
                    <a:pt x="1107" y="2731"/>
                  </a:cubicBezTo>
                  <a:lnTo>
                    <a:pt x="1374" y="2731"/>
                  </a:lnTo>
                  <a:lnTo>
                    <a:pt x="1695" y="3043"/>
                  </a:lnTo>
                  <a:cubicBezTo>
                    <a:pt x="1687" y="3052"/>
                    <a:pt x="1678" y="3061"/>
                    <a:pt x="1678" y="3070"/>
                  </a:cubicBezTo>
                  <a:cubicBezTo>
                    <a:pt x="1678" y="3105"/>
                    <a:pt x="1704" y="3123"/>
                    <a:pt x="1731" y="3123"/>
                  </a:cubicBezTo>
                  <a:cubicBezTo>
                    <a:pt x="1767" y="3123"/>
                    <a:pt x="1785" y="3105"/>
                    <a:pt x="1785" y="3070"/>
                  </a:cubicBezTo>
                  <a:cubicBezTo>
                    <a:pt x="1785" y="3043"/>
                    <a:pt x="1767" y="3016"/>
                    <a:pt x="1731" y="3016"/>
                  </a:cubicBezTo>
                  <a:cubicBezTo>
                    <a:pt x="1722" y="3016"/>
                    <a:pt x="1713" y="3025"/>
                    <a:pt x="1704" y="3025"/>
                  </a:cubicBezTo>
                  <a:lnTo>
                    <a:pt x="1383" y="2713"/>
                  </a:lnTo>
                  <a:lnTo>
                    <a:pt x="1125" y="2713"/>
                  </a:lnTo>
                  <a:cubicBezTo>
                    <a:pt x="1169" y="2677"/>
                    <a:pt x="1214" y="2641"/>
                    <a:pt x="1258" y="2615"/>
                  </a:cubicBezTo>
                  <a:lnTo>
                    <a:pt x="1580" y="2615"/>
                  </a:lnTo>
                  <a:lnTo>
                    <a:pt x="1865" y="2891"/>
                  </a:lnTo>
                  <a:cubicBezTo>
                    <a:pt x="1865" y="2900"/>
                    <a:pt x="1856" y="2909"/>
                    <a:pt x="1856" y="2927"/>
                  </a:cubicBezTo>
                  <a:cubicBezTo>
                    <a:pt x="1856" y="2954"/>
                    <a:pt x="1883" y="2980"/>
                    <a:pt x="1910" y="2980"/>
                  </a:cubicBezTo>
                  <a:cubicBezTo>
                    <a:pt x="1945" y="2980"/>
                    <a:pt x="1963" y="2954"/>
                    <a:pt x="1963" y="2927"/>
                  </a:cubicBezTo>
                  <a:cubicBezTo>
                    <a:pt x="1963" y="2891"/>
                    <a:pt x="1945" y="2873"/>
                    <a:pt x="1910" y="2873"/>
                  </a:cubicBezTo>
                  <a:cubicBezTo>
                    <a:pt x="1901" y="2873"/>
                    <a:pt x="1892" y="2873"/>
                    <a:pt x="1883" y="2882"/>
                  </a:cubicBezTo>
                  <a:lnTo>
                    <a:pt x="1588" y="2588"/>
                  </a:lnTo>
                  <a:lnTo>
                    <a:pt x="1285" y="2588"/>
                  </a:lnTo>
                  <a:cubicBezTo>
                    <a:pt x="1356" y="2534"/>
                    <a:pt x="1437" y="2481"/>
                    <a:pt x="1508" y="2427"/>
                  </a:cubicBezTo>
                  <a:lnTo>
                    <a:pt x="2097" y="2427"/>
                  </a:lnTo>
                  <a:lnTo>
                    <a:pt x="2266" y="2311"/>
                  </a:lnTo>
                  <a:lnTo>
                    <a:pt x="2614" y="2311"/>
                  </a:lnTo>
                  <a:cubicBezTo>
                    <a:pt x="2614" y="2338"/>
                    <a:pt x="2632" y="2356"/>
                    <a:pt x="2659" y="2356"/>
                  </a:cubicBezTo>
                  <a:cubicBezTo>
                    <a:pt x="2695" y="2356"/>
                    <a:pt x="2712" y="2329"/>
                    <a:pt x="2712" y="2302"/>
                  </a:cubicBezTo>
                  <a:cubicBezTo>
                    <a:pt x="2712" y="2267"/>
                    <a:pt x="2695" y="2249"/>
                    <a:pt x="2659" y="2249"/>
                  </a:cubicBezTo>
                  <a:cubicBezTo>
                    <a:pt x="2632" y="2249"/>
                    <a:pt x="2614" y="2267"/>
                    <a:pt x="2614" y="2294"/>
                  </a:cubicBezTo>
                  <a:lnTo>
                    <a:pt x="2258" y="2294"/>
                  </a:lnTo>
                  <a:lnTo>
                    <a:pt x="2097" y="2409"/>
                  </a:lnTo>
                  <a:lnTo>
                    <a:pt x="1535" y="2409"/>
                  </a:lnTo>
                  <a:cubicBezTo>
                    <a:pt x="1642" y="2338"/>
                    <a:pt x="1740" y="2267"/>
                    <a:pt x="1811" y="2222"/>
                  </a:cubicBezTo>
                  <a:lnTo>
                    <a:pt x="2757" y="2222"/>
                  </a:lnTo>
                  <a:cubicBezTo>
                    <a:pt x="2766" y="2249"/>
                    <a:pt x="2784" y="2267"/>
                    <a:pt x="2820" y="2267"/>
                  </a:cubicBezTo>
                  <a:cubicBezTo>
                    <a:pt x="2855" y="2267"/>
                    <a:pt x="2882" y="2240"/>
                    <a:pt x="2882" y="2213"/>
                  </a:cubicBezTo>
                  <a:cubicBezTo>
                    <a:pt x="2882" y="2178"/>
                    <a:pt x="2855" y="2151"/>
                    <a:pt x="2820" y="2151"/>
                  </a:cubicBezTo>
                  <a:cubicBezTo>
                    <a:pt x="2784" y="2151"/>
                    <a:pt x="2766" y="2169"/>
                    <a:pt x="2757" y="2204"/>
                  </a:cubicBezTo>
                  <a:lnTo>
                    <a:pt x="1838" y="2204"/>
                  </a:lnTo>
                  <a:cubicBezTo>
                    <a:pt x="1892" y="2160"/>
                    <a:pt x="1927" y="2142"/>
                    <a:pt x="1936" y="2142"/>
                  </a:cubicBezTo>
                  <a:cubicBezTo>
                    <a:pt x="1936" y="2133"/>
                    <a:pt x="1963" y="2115"/>
                    <a:pt x="1990" y="2088"/>
                  </a:cubicBezTo>
                  <a:lnTo>
                    <a:pt x="3078" y="2088"/>
                  </a:lnTo>
                  <a:lnTo>
                    <a:pt x="3248" y="1946"/>
                  </a:lnTo>
                  <a:lnTo>
                    <a:pt x="3506" y="1946"/>
                  </a:lnTo>
                  <a:lnTo>
                    <a:pt x="3506" y="1928"/>
                  </a:lnTo>
                  <a:lnTo>
                    <a:pt x="3239" y="1928"/>
                  </a:lnTo>
                  <a:lnTo>
                    <a:pt x="3069" y="2070"/>
                  </a:lnTo>
                  <a:lnTo>
                    <a:pt x="2017" y="2070"/>
                  </a:lnTo>
                  <a:cubicBezTo>
                    <a:pt x="2061" y="2035"/>
                    <a:pt x="2115" y="1981"/>
                    <a:pt x="2133" y="1955"/>
                  </a:cubicBezTo>
                  <a:cubicBezTo>
                    <a:pt x="2159" y="1910"/>
                    <a:pt x="2186" y="1865"/>
                    <a:pt x="2204" y="1821"/>
                  </a:cubicBezTo>
                  <a:close/>
                  <a:moveTo>
                    <a:pt x="1348" y="8708"/>
                  </a:moveTo>
                  <a:cubicBezTo>
                    <a:pt x="1348" y="8752"/>
                    <a:pt x="1374" y="8788"/>
                    <a:pt x="1401" y="8797"/>
                  </a:cubicBezTo>
                  <a:lnTo>
                    <a:pt x="1392" y="8797"/>
                  </a:lnTo>
                  <a:lnTo>
                    <a:pt x="1392" y="9056"/>
                  </a:lnTo>
                  <a:lnTo>
                    <a:pt x="1178" y="9279"/>
                  </a:lnTo>
                  <a:lnTo>
                    <a:pt x="1178" y="9983"/>
                  </a:lnTo>
                  <a:cubicBezTo>
                    <a:pt x="857" y="9644"/>
                    <a:pt x="607" y="9279"/>
                    <a:pt x="500" y="8993"/>
                  </a:cubicBezTo>
                  <a:cubicBezTo>
                    <a:pt x="482" y="8949"/>
                    <a:pt x="473" y="8895"/>
                    <a:pt x="464" y="8842"/>
                  </a:cubicBezTo>
                  <a:lnTo>
                    <a:pt x="803" y="8842"/>
                  </a:lnTo>
                  <a:lnTo>
                    <a:pt x="955" y="8708"/>
                  </a:lnTo>
                  <a:close/>
                  <a:moveTo>
                    <a:pt x="1490" y="8806"/>
                  </a:moveTo>
                  <a:lnTo>
                    <a:pt x="1490" y="9091"/>
                  </a:lnTo>
                  <a:lnTo>
                    <a:pt x="1267" y="9305"/>
                  </a:lnTo>
                  <a:lnTo>
                    <a:pt x="1267" y="10090"/>
                  </a:lnTo>
                  <a:cubicBezTo>
                    <a:pt x="1241" y="10064"/>
                    <a:pt x="1214" y="10037"/>
                    <a:pt x="1196" y="10010"/>
                  </a:cubicBezTo>
                  <a:lnTo>
                    <a:pt x="1196" y="9279"/>
                  </a:lnTo>
                  <a:lnTo>
                    <a:pt x="1410" y="9056"/>
                  </a:lnTo>
                  <a:lnTo>
                    <a:pt x="1410" y="8806"/>
                  </a:lnTo>
                  <a:close/>
                  <a:moveTo>
                    <a:pt x="1633" y="8806"/>
                  </a:moveTo>
                  <a:lnTo>
                    <a:pt x="1633" y="9073"/>
                  </a:lnTo>
                  <a:lnTo>
                    <a:pt x="1901" y="9350"/>
                  </a:lnTo>
                  <a:lnTo>
                    <a:pt x="1901" y="10670"/>
                  </a:lnTo>
                  <a:cubicBezTo>
                    <a:pt x="1856" y="10635"/>
                    <a:pt x="1811" y="10599"/>
                    <a:pt x="1767" y="10563"/>
                  </a:cubicBezTo>
                  <a:lnTo>
                    <a:pt x="1767" y="9680"/>
                  </a:lnTo>
                  <a:lnTo>
                    <a:pt x="1785" y="9680"/>
                  </a:lnTo>
                  <a:cubicBezTo>
                    <a:pt x="1803" y="9662"/>
                    <a:pt x="1820" y="9636"/>
                    <a:pt x="1803" y="9609"/>
                  </a:cubicBezTo>
                  <a:cubicBezTo>
                    <a:pt x="1796" y="9589"/>
                    <a:pt x="1776" y="9575"/>
                    <a:pt x="1755" y="9575"/>
                  </a:cubicBezTo>
                  <a:cubicBezTo>
                    <a:pt x="1747" y="9575"/>
                    <a:pt x="1739" y="9577"/>
                    <a:pt x="1731" y="9582"/>
                  </a:cubicBezTo>
                  <a:cubicBezTo>
                    <a:pt x="1704" y="9591"/>
                    <a:pt x="1695" y="9627"/>
                    <a:pt x="1704" y="9653"/>
                  </a:cubicBezTo>
                  <a:cubicBezTo>
                    <a:pt x="1713" y="9671"/>
                    <a:pt x="1731" y="9680"/>
                    <a:pt x="1749" y="9680"/>
                  </a:cubicBezTo>
                  <a:lnTo>
                    <a:pt x="1749" y="10545"/>
                  </a:lnTo>
                  <a:cubicBezTo>
                    <a:pt x="1695" y="10501"/>
                    <a:pt x="1642" y="10447"/>
                    <a:pt x="1588" y="10403"/>
                  </a:cubicBezTo>
                  <a:lnTo>
                    <a:pt x="1588" y="9484"/>
                  </a:lnTo>
                  <a:lnTo>
                    <a:pt x="1606" y="9484"/>
                  </a:lnTo>
                  <a:cubicBezTo>
                    <a:pt x="1633" y="9466"/>
                    <a:pt x="1642" y="9439"/>
                    <a:pt x="1624" y="9412"/>
                  </a:cubicBezTo>
                  <a:cubicBezTo>
                    <a:pt x="1617" y="9392"/>
                    <a:pt x="1596" y="9382"/>
                    <a:pt x="1574" y="9382"/>
                  </a:cubicBezTo>
                  <a:cubicBezTo>
                    <a:pt x="1567" y="9382"/>
                    <a:pt x="1559" y="9383"/>
                    <a:pt x="1553" y="9386"/>
                  </a:cubicBezTo>
                  <a:cubicBezTo>
                    <a:pt x="1526" y="9404"/>
                    <a:pt x="1517" y="9430"/>
                    <a:pt x="1526" y="9457"/>
                  </a:cubicBezTo>
                  <a:cubicBezTo>
                    <a:pt x="1535" y="9475"/>
                    <a:pt x="1553" y="9484"/>
                    <a:pt x="1571" y="9484"/>
                  </a:cubicBezTo>
                  <a:lnTo>
                    <a:pt x="1571" y="10385"/>
                  </a:lnTo>
                  <a:cubicBezTo>
                    <a:pt x="1526" y="10349"/>
                    <a:pt x="1481" y="10305"/>
                    <a:pt x="1437" y="10260"/>
                  </a:cubicBezTo>
                  <a:lnTo>
                    <a:pt x="1437" y="9377"/>
                  </a:lnTo>
                  <a:lnTo>
                    <a:pt x="1455" y="9377"/>
                  </a:lnTo>
                  <a:cubicBezTo>
                    <a:pt x="1481" y="9359"/>
                    <a:pt x="1490" y="9332"/>
                    <a:pt x="1472" y="9305"/>
                  </a:cubicBezTo>
                  <a:cubicBezTo>
                    <a:pt x="1466" y="9285"/>
                    <a:pt x="1444" y="9275"/>
                    <a:pt x="1422" y="9275"/>
                  </a:cubicBezTo>
                  <a:cubicBezTo>
                    <a:pt x="1415" y="9275"/>
                    <a:pt x="1408" y="9276"/>
                    <a:pt x="1401" y="9279"/>
                  </a:cubicBezTo>
                  <a:cubicBezTo>
                    <a:pt x="1374" y="9297"/>
                    <a:pt x="1365" y="9323"/>
                    <a:pt x="1383" y="9350"/>
                  </a:cubicBezTo>
                  <a:cubicBezTo>
                    <a:pt x="1392" y="9368"/>
                    <a:pt x="1401" y="9377"/>
                    <a:pt x="1419" y="9377"/>
                  </a:cubicBezTo>
                  <a:lnTo>
                    <a:pt x="1419" y="10242"/>
                  </a:lnTo>
                  <a:cubicBezTo>
                    <a:pt x="1374" y="10198"/>
                    <a:pt x="1330" y="10153"/>
                    <a:pt x="1285" y="10108"/>
                  </a:cubicBezTo>
                  <a:lnTo>
                    <a:pt x="1285" y="9314"/>
                  </a:lnTo>
                  <a:lnTo>
                    <a:pt x="1508" y="9091"/>
                  </a:lnTo>
                  <a:lnTo>
                    <a:pt x="1508" y="8806"/>
                  </a:lnTo>
                  <a:close/>
                  <a:moveTo>
                    <a:pt x="1829" y="8770"/>
                  </a:moveTo>
                  <a:lnTo>
                    <a:pt x="1829" y="8779"/>
                  </a:lnTo>
                  <a:lnTo>
                    <a:pt x="2186" y="8779"/>
                  </a:lnTo>
                  <a:lnTo>
                    <a:pt x="2266" y="8859"/>
                  </a:lnTo>
                  <a:lnTo>
                    <a:pt x="2266" y="10929"/>
                  </a:lnTo>
                  <a:cubicBezTo>
                    <a:pt x="2186" y="10876"/>
                    <a:pt x="2106" y="10822"/>
                    <a:pt x="2026" y="10760"/>
                  </a:cubicBezTo>
                  <a:lnTo>
                    <a:pt x="2026" y="9323"/>
                  </a:lnTo>
                  <a:lnTo>
                    <a:pt x="1767" y="9065"/>
                  </a:lnTo>
                  <a:lnTo>
                    <a:pt x="1767" y="8806"/>
                  </a:lnTo>
                  <a:lnTo>
                    <a:pt x="1749" y="8806"/>
                  </a:lnTo>
                  <a:lnTo>
                    <a:pt x="1749" y="9073"/>
                  </a:lnTo>
                  <a:lnTo>
                    <a:pt x="2008" y="9332"/>
                  </a:lnTo>
                  <a:lnTo>
                    <a:pt x="2008" y="10751"/>
                  </a:lnTo>
                  <a:cubicBezTo>
                    <a:pt x="1972" y="10724"/>
                    <a:pt x="1945" y="10706"/>
                    <a:pt x="1919" y="10679"/>
                  </a:cubicBezTo>
                  <a:lnTo>
                    <a:pt x="1919" y="9341"/>
                  </a:lnTo>
                  <a:lnTo>
                    <a:pt x="1651" y="9065"/>
                  </a:lnTo>
                  <a:lnTo>
                    <a:pt x="1651" y="8806"/>
                  </a:lnTo>
                  <a:lnTo>
                    <a:pt x="1749" y="8806"/>
                  </a:lnTo>
                  <a:cubicBezTo>
                    <a:pt x="1785" y="8806"/>
                    <a:pt x="1811" y="8788"/>
                    <a:pt x="1829" y="8770"/>
                  </a:cubicBezTo>
                  <a:close/>
                  <a:moveTo>
                    <a:pt x="2266" y="8627"/>
                  </a:moveTo>
                  <a:lnTo>
                    <a:pt x="2391" y="8752"/>
                  </a:lnTo>
                  <a:lnTo>
                    <a:pt x="2391" y="10991"/>
                  </a:lnTo>
                  <a:cubicBezTo>
                    <a:pt x="2356" y="10974"/>
                    <a:pt x="2320" y="10956"/>
                    <a:pt x="2284" y="10938"/>
                  </a:cubicBezTo>
                  <a:lnTo>
                    <a:pt x="2284" y="8850"/>
                  </a:lnTo>
                  <a:lnTo>
                    <a:pt x="2195" y="8761"/>
                  </a:lnTo>
                  <a:lnTo>
                    <a:pt x="1829" y="8761"/>
                  </a:lnTo>
                  <a:cubicBezTo>
                    <a:pt x="1838" y="8743"/>
                    <a:pt x="1847" y="8726"/>
                    <a:pt x="1847" y="8708"/>
                  </a:cubicBezTo>
                  <a:lnTo>
                    <a:pt x="1847" y="8627"/>
                  </a:lnTo>
                  <a:close/>
                  <a:moveTo>
                    <a:pt x="4970" y="8547"/>
                  </a:moveTo>
                  <a:lnTo>
                    <a:pt x="4970" y="10492"/>
                  </a:lnTo>
                  <a:cubicBezTo>
                    <a:pt x="4952" y="10572"/>
                    <a:pt x="4880" y="10786"/>
                    <a:pt x="4827" y="10840"/>
                  </a:cubicBezTo>
                  <a:cubicBezTo>
                    <a:pt x="4764" y="10893"/>
                    <a:pt x="4675" y="10947"/>
                    <a:pt x="4568" y="10991"/>
                  </a:cubicBezTo>
                  <a:lnTo>
                    <a:pt x="4568" y="10260"/>
                  </a:lnTo>
                  <a:lnTo>
                    <a:pt x="4399" y="10073"/>
                  </a:lnTo>
                  <a:lnTo>
                    <a:pt x="4399" y="9796"/>
                  </a:lnTo>
                  <a:lnTo>
                    <a:pt x="4381" y="9796"/>
                  </a:lnTo>
                  <a:lnTo>
                    <a:pt x="4381" y="10073"/>
                  </a:lnTo>
                  <a:lnTo>
                    <a:pt x="4550" y="10269"/>
                  </a:lnTo>
                  <a:lnTo>
                    <a:pt x="4550" y="11000"/>
                  </a:lnTo>
                  <a:cubicBezTo>
                    <a:pt x="4461" y="11036"/>
                    <a:pt x="4354" y="11063"/>
                    <a:pt x="4238" y="11099"/>
                  </a:cubicBezTo>
                  <a:lnTo>
                    <a:pt x="4238" y="9796"/>
                  </a:lnTo>
                  <a:lnTo>
                    <a:pt x="4381" y="9796"/>
                  </a:lnTo>
                  <a:cubicBezTo>
                    <a:pt x="4461" y="9796"/>
                    <a:pt x="4532" y="9725"/>
                    <a:pt x="4532" y="9636"/>
                  </a:cubicBezTo>
                  <a:lnTo>
                    <a:pt x="4532" y="9154"/>
                  </a:lnTo>
                  <a:cubicBezTo>
                    <a:pt x="4532" y="9091"/>
                    <a:pt x="4497" y="9029"/>
                    <a:pt x="4434" y="9011"/>
                  </a:cubicBezTo>
                  <a:lnTo>
                    <a:pt x="4443" y="9011"/>
                  </a:lnTo>
                  <a:lnTo>
                    <a:pt x="4443" y="8770"/>
                  </a:lnTo>
                  <a:lnTo>
                    <a:pt x="4693" y="8547"/>
                  </a:lnTo>
                  <a:close/>
                  <a:moveTo>
                    <a:pt x="2481" y="8395"/>
                  </a:moveTo>
                  <a:lnTo>
                    <a:pt x="2712" y="8627"/>
                  </a:lnTo>
                  <a:lnTo>
                    <a:pt x="2712" y="9154"/>
                  </a:lnTo>
                  <a:lnTo>
                    <a:pt x="3087" y="9511"/>
                  </a:lnTo>
                  <a:lnTo>
                    <a:pt x="3738" y="9511"/>
                  </a:lnTo>
                  <a:lnTo>
                    <a:pt x="3738" y="9636"/>
                  </a:lnTo>
                  <a:cubicBezTo>
                    <a:pt x="3738" y="9725"/>
                    <a:pt x="3810" y="9796"/>
                    <a:pt x="3890" y="9796"/>
                  </a:cubicBezTo>
                  <a:lnTo>
                    <a:pt x="3899" y="9796"/>
                  </a:lnTo>
                  <a:lnTo>
                    <a:pt x="3899" y="10090"/>
                  </a:lnTo>
                  <a:lnTo>
                    <a:pt x="3266" y="10733"/>
                  </a:lnTo>
                  <a:lnTo>
                    <a:pt x="3257" y="10733"/>
                  </a:lnTo>
                  <a:lnTo>
                    <a:pt x="3257" y="11197"/>
                  </a:lnTo>
                  <a:cubicBezTo>
                    <a:pt x="3105" y="11197"/>
                    <a:pt x="2962" y="11179"/>
                    <a:pt x="2837" y="11161"/>
                  </a:cubicBezTo>
                  <a:lnTo>
                    <a:pt x="2837" y="10670"/>
                  </a:lnTo>
                  <a:lnTo>
                    <a:pt x="3257" y="10260"/>
                  </a:lnTo>
                  <a:cubicBezTo>
                    <a:pt x="3267" y="10270"/>
                    <a:pt x="3281" y="10275"/>
                    <a:pt x="3294" y="10275"/>
                  </a:cubicBezTo>
                  <a:cubicBezTo>
                    <a:pt x="3303" y="10275"/>
                    <a:pt x="3312" y="10273"/>
                    <a:pt x="3319" y="10269"/>
                  </a:cubicBezTo>
                  <a:cubicBezTo>
                    <a:pt x="3346" y="10251"/>
                    <a:pt x="3355" y="10224"/>
                    <a:pt x="3337" y="10198"/>
                  </a:cubicBezTo>
                  <a:cubicBezTo>
                    <a:pt x="3330" y="10177"/>
                    <a:pt x="3309" y="10167"/>
                    <a:pt x="3287" y="10167"/>
                  </a:cubicBezTo>
                  <a:cubicBezTo>
                    <a:pt x="3280" y="10167"/>
                    <a:pt x="3272" y="10169"/>
                    <a:pt x="3266" y="10171"/>
                  </a:cubicBezTo>
                  <a:cubicBezTo>
                    <a:pt x="3239" y="10189"/>
                    <a:pt x="3230" y="10215"/>
                    <a:pt x="3248" y="10242"/>
                  </a:cubicBezTo>
                  <a:cubicBezTo>
                    <a:pt x="3248" y="10242"/>
                    <a:pt x="3248" y="10251"/>
                    <a:pt x="3248" y="10251"/>
                  </a:cubicBezTo>
                  <a:lnTo>
                    <a:pt x="2820" y="10661"/>
                  </a:lnTo>
                  <a:lnTo>
                    <a:pt x="2820" y="11152"/>
                  </a:lnTo>
                  <a:cubicBezTo>
                    <a:pt x="2802" y="11152"/>
                    <a:pt x="2775" y="11143"/>
                    <a:pt x="2757" y="11143"/>
                  </a:cubicBezTo>
                  <a:cubicBezTo>
                    <a:pt x="2739" y="11134"/>
                    <a:pt x="2712" y="11134"/>
                    <a:pt x="2695" y="11125"/>
                  </a:cubicBezTo>
                  <a:lnTo>
                    <a:pt x="2695" y="10492"/>
                  </a:lnTo>
                  <a:lnTo>
                    <a:pt x="3096" y="10135"/>
                  </a:lnTo>
                  <a:cubicBezTo>
                    <a:pt x="3101" y="10140"/>
                    <a:pt x="3109" y="10142"/>
                    <a:pt x="3120" y="10142"/>
                  </a:cubicBezTo>
                  <a:cubicBezTo>
                    <a:pt x="3130" y="10142"/>
                    <a:pt x="3141" y="10140"/>
                    <a:pt x="3150" y="10135"/>
                  </a:cubicBezTo>
                  <a:cubicBezTo>
                    <a:pt x="3176" y="10126"/>
                    <a:pt x="3185" y="10090"/>
                    <a:pt x="3176" y="10064"/>
                  </a:cubicBezTo>
                  <a:cubicBezTo>
                    <a:pt x="3165" y="10046"/>
                    <a:pt x="3150" y="10037"/>
                    <a:pt x="3133" y="10037"/>
                  </a:cubicBezTo>
                  <a:cubicBezTo>
                    <a:pt x="3124" y="10037"/>
                    <a:pt x="3115" y="10040"/>
                    <a:pt x="3105" y="10046"/>
                  </a:cubicBezTo>
                  <a:cubicBezTo>
                    <a:pt x="3078" y="10055"/>
                    <a:pt x="3069" y="10090"/>
                    <a:pt x="3078" y="10117"/>
                  </a:cubicBezTo>
                  <a:lnTo>
                    <a:pt x="2677" y="10483"/>
                  </a:lnTo>
                  <a:lnTo>
                    <a:pt x="2677" y="11116"/>
                  </a:lnTo>
                  <a:cubicBezTo>
                    <a:pt x="2623" y="11107"/>
                    <a:pt x="2579" y="11090"/>
                    <a:pt x="2534" y="11063"/>
                  </a:cubicBezTo>
                  <a:lnTo>
                    <a:pt x="2534" y="10358"/>
                  </a:lnTo>
                  <a:lnTo>
                    <a:pt x="2953" y="9966"/>
                  </a:lnTo>
                  <a:cubicBezTo>
                    <a:pt x="2964" y="9976"/>
                    <a:pt x="2974" y="9980"/>
                    <a:pt x="2985" y="9980"/>
                  </a:cubicBezTo>
                  <a:cubicBezTo>
                    <a:pt x="2992" y="9980"/>
                    <a:pt x="3000" y="9978"/>
                    <a:pt x="3007" y="9974"/>
                  </a:cubicBezTo>
                  <a:cubicBezTo>
                    <a:pt x="3034" y="9957"/>
                    <a:pt x="3043" y="9930"/>
                    <a:pt x="3034" y="9903"/>
                  </a:cubicBezTo>
                  <a:cubicBezTo>
                    <a:pt x="3020" y="9883"/>
                    <a:pt x="3002" y="9873"/>
                    <a:pt x="2982" y="9873"/>
                  </a:cubicBezTo>
                  <a:cubicBezTo>
                    <a:pt x="2976" y="9873"/>
                    <a:pt x="2969" y="9874"/>
                    <a:pt x="2962" y="9876"/>
                  </a:cubicBezTo>
                  <a:cubicBezTo>
                    <a:pt x="2936" y="9894"/>
                    <a:pt x="2927" y="9921"/>
                    <a:pt x="2936" y="9948"/>
                  </a:cubicBezTo>
                  <a:cubicBezTo>
                    <a:pt x="2936" y="9948"/>
                    <a:pt x="2936" y="9957"/>
                    <a:pt x="2936" y="9957"/>
                  </a:cubicBezTo>
                  <a:lnTo>
                    <a:pt x="2516" y="10349"/>
                  </a:lnTo>
                  <a:lnTo>
                    <a:pt x="2516" y="11054"/>
                  </a:lnTo>
                  <a:cubicBezTo>
                    <a:pt x="2481" y="11036"/>
                    <a:pt x="2445" y="11018"/>
                    <a:pt x="2409" y="11000"/>
                  </a:cubicBezTo>
                  <a:lnTo>
                    <a:pt x="2409" y="8743"/>
                  </a:lnTo>
                  <a:lnTo>
                    <a:pt x="2275" y="8610"/>
                  </a:lnTo>
                  <a:lnTo>
                    <a:pt x="1847" y="8610"/>
                  </a:lnTo>
                  <a:lnTo>
                    <a:pt x="1847" y="8503"/>
                  </a:lnTo>
                  <a:lnTo>
                    <a:pt x="2373" y="8503"/>
                  </a:lnTo>
                  <a:lnTo>
                    <a:pt x="2534" y="8645"/>
                  </a:lnTo>
                  <a:lnTo>
                    <a:pt x="2534" y="9189"/>
                  </a:lnTo>
                  <a:lnTo>
                    <a:pt x="2989" y="9653"/>
                  </a:lnTo>
                  <a:lnTo>
                    <a:pt x="3738" y="9653"/>
                  </a:lnTo>
                  <a:lnTo>
                    <a:pt x="3738" y="9636"/>
                  </a:lnTo>
                  <a:lnTo>
                    <a:pt x="2998" y="9636"/>
                  </a:lnTo>
                  <a:lnTo>
                    <a:pt x="2552" y="9181"/>
                  </a:lnTo>
                  <a:lnTo>
                    <a:pt x="2552" y="8645"/>
                  </a:lnTo>
                  <a:lnTo>
                    <a:pt x="2382" y="8485"/>
                  </a:lnTo>
                  <a:lnTo>
                    <a:pt x="1847" y="8485"/>
                  </a:lnTo>
                  <a:lnTo>
                    <a:pt x="1847" y="8413"/>
                  </a:lnTo>
                  <a:cubicBezTo>
                    <a:pt x="1847" y="8404"/>
                    <a:pt x="1838" y="8404"/>
                    <a:pt x="1838" y="8395"/>
                  </a:cubicBezTo>
                  <a:close/>
                  <a:moveTo>
                    <a:pt x="4051" y="9796"/>
                  </a:moveTo>
                  <a:lnTo>
                    <a:pt x="4051" y="10135"/>
                  </a:lnTo>
                  <a:lnTo>
                    <a:pt x="3417" y="10760"/>
                  </a:lnTo>
                  <a:lnTo>
                    <a:pt x="3417" y="11197"/>
                  </a:lnTo>
                  <a:lnTo>
                    <a:pt x="3283" y="11197"/>
                  </a:lnTo>
                  <a:lnTo>
                    <a:pt x="3283" y="10742"/>
                  </a:lnTo>
                  <a:lnTo>
                    <a:pt x="3917" y="10099"/>
                  </a:lnTo>
                  <a:lnTo>
                    <a:pt x="3917" y="10090"/>
                  </a:lnTo>
                  <a:lnTo>
                    <a:pt x="3917" y="9796"/>
                  </a:lnTo>
                  <a:close/>
                  <a:moveTo>
                    <a:pt x="4220" y="9796"/>
                  </a:moveTo>
                  <a:lnTo>
                    <a:pt x="4220" y="11099"/>
                  </a:lnTo>
                  <a:cubicBezTo>
                    <a:pt x="4104" y="11125"/>
                    <a:pt x="3970" y="11152"/>
                    <a:pt x="3837" y="11161"/>
                  </a:cubicBezTo>
                  <a:cubicBezTo>
                    <a:pt x="3703" y="11179"/>
                    <a:pt x="3569" y="11188"/>
                    <a:pt x="3435" y="11197"/>
                  </a:cubicBezTo>
                  <a:lnTo>
                    <a:pt x="3435" y="10768"/>
                  </a:lnTo>
                  <a:lnTo>
                    <a:pt x="4060" y="10144"/>
                  </a:lnTo>
                  <a:lnTo>
                    <a:pt x="4068" y="10135"/>
                  </a:lnTo>
                  <a:lnTo>
                    <a:pt x="4068" y="9796"/>
                  </a:lnTo>
                  <a:close/>
                  <a:moveTo>
                    <a:pt x="4238" y="0"/>
                  </a:moveTo>
                  <a:cubicBezTo>
                    <a:pt x="4232" y="0"/>
                    <a:pt x="4226" y="0"/>
                    <a:pt x="4220" y="1"/>
                  </a:cubicBezTo>
                  <a:cubicBezTo>
                    <a:pt x="3765" y="54"/>
                    <a:pt x="2855" y="393"/>
                    <a:pt x="2579" y="741"/>
                  </a:cubicBezTo>
                  <a:cubicBezTo>
                    <a:pt x="2463" y="875"/>
                    <a:pt x="2391" y="1125"/>
                    <a:pt x="2320" y="1375"/>
                  </a:cubicBezTo>
                  <a:cubicBezTo>
                    <a:pt x="2258" y="1589"/>
                    <a:pt x="2186" y="1812"/>
                    <a:pt x="2106" y="1928"/>
                  </a:cubicBezTo>
                  <a:cubicBezTo>
                    <a:pt x="2070" y="1981"/>
                    <a:pt x="1910" y="2106"/>
                    <a:pt x="1910" y="2106"/>
                  </a:cubicBezTo>
                  <a:cubicBezTo>
                    <a:pt x="1874" y="2133"/>
                    <a:pt x="1035" y="2677"/>
                    <a:pt x="821" y="2945"/>
                  </a:cubicBezTo>
                  <a:cubicBezTo>
                    <a:pt x="527" y="3328"/>
                    <a:pt x="125" y="4247"/>
                    <a:pt x="45" y="4729"/>
                  </a:cubicBezTo>
                  <a:cubicBezTo>
                    <a:pt x="1" y="5059"/>
                    <a:pt x="1" y="5701"/>
                    <a:pt x="63" y="6005"/>
                  </a:cubicBezTo>
                  <a:cubicBezTo>
                    <a:pt x="99" y="6174"/>
                    <a:pt x="188" y="6406"/>
                    <a:pt x="268" y="6638"/>
                  </a:cubicBezTo>
                  <a:cubicBezTo>
                    <a:pt x="366" y="6879"/>
                    <a:pt x="455" y="7129"/>
                    <a:pt x="491" y="7298"/>
                  </a:cubicBezTo>
                  <a:cubicBezTo>
                    <a:pt x="518" y="7477"/>
                    <a:pt x="491" y="7744"/>
                    <a:pt x="455" y="8030"/>
                  </a:cubicBezTo>
                  <a:cubicBezTo>
                    <a:pt x="420" y="8395"/>
                    <a:pt x="375" y="8779"/>
                    <a:pt x="464" y="9002"/>
                  </a:cubicBezTo>
                  <a:cubicBezTo>
                    <a:pt x="750" y="9743"/>
                    <a:pt x="1981" y="10991"/>
                    <a:pt x="2748" y="11179"/>
                  </a:cubicBezTo>
                  <a:cubicBezTo>
                    <a:pt x="2900" y="11215"/>
                    <a:pt x="3105" y="11232"/>
                    <a:pt x="3328" y="11232"/>
                  </a:cubicBezTo>
                  <a:cubicBezTo>
                    <a:pt x="3881" y="11232"/>
                    <a:pt x="4559" y="11116"/>
                    <a:pt x="4845" y="10867"/>
                  </a:cubicBezTo>
                  <a:cubicBezTo>
                    <a:pt x="4925" y="10795"/>
                    <a:pt x="5005" y="10510"/>
                    <a:pt x="5005" y="10492"/>
                  </a:cubicBezTo>
                  <a:lnTo>
                    <a:pt x="5005" y="599"/>
                  </a:lnTo>
                  <a:lnTo>
                    <a:pt x="5005" y="590"/>
                  </a:lnTo>
                  <a:cubicBezTo>
                    <a:pt x="4996" y="581"/>
                    <a:pt x="4818" y="242"/>
                    <a:pt x="4711" y="161"/>
                  </a:cubicBezTo>
                  <a:cubicBezTo>
                    <a:pt x="4609" y="85"/>
                    <a:pt x="4369" y="0"/>
                    <a:pt x="4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57150" dist="9525" algn="bl" rotWithShape="0">
                <a:schemeClr val="dk2">
                  <a:alpha val="7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sp>
        <p:nvSpPr>
          <p:cNvPr id="617" name="Google Shape;617;p39"/>
          <p:cNvSpPr/>
          <p:nvPr/>
        </p:nvSpPr>
        <p:spPr>
          <a:xfrm>
            <a:off x="5964078" y="790742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618" name="Google Shape;618;p39"/>
          <p:cNvSpPr/>
          <p:nvPr/>
        </p:nvSpPr>
        <p:spPr>
          <a:xfrm>
            <a:off x="4927197" y="157665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619" name="Google Shape;619;p39"/>
          <p:cNvSpPr/>
          <p:nvPr/>
        </p:nvSpPr>
        <p:spPr>
          <a:xfrm>
            <a:off x="5388190" y="1432667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620" name="Google Shape;620;p39"/>
          <p:cNvSpPr/>
          <p:nvPr/>
        </p:nvSpPr>
        <p:spPr>
          <a:xfrm>
            <a:off x="2796440" y="2276229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621" name="Google Shape;621;p39"/>
          <p:cNvSpPr/>
          <p:nvPr/>
        </p:nvSpPr>
        <p:spPr>
          <a:xfrm>
            <a:off x="4600198" y="2748327"/>
            <a:ext cx="327012" cy="327044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622" name="Google Shape;622;p39"/>
          <p:cNvSpPr/>
          <p:nvPr/>
        </p:nvSpPr>
        <p:spPr>
          <a:xfrm>
            <a:off x="3233054" y="-54972"/>
            <a:ext cx="945630" cy="94573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623" name="Google Shape;623;p39"/>
          <p:cNvSpPr/>
          <p:nvPr/>
        </p:nvSpPr>
        <p:spPr>
          <a:xfrm>
            <a:off x="2796447" y="1001615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App Pitch Deck by Slidesgo">
  <a:themeElements>
    <a:clrScheme name="Simple Light">
      <a:dk1>
        <a:srgbClr val="FFFFFF"/>
      </a:dk1>
      <a:lt1>
        <a:srgbClr val="0B0218"/>
      </a:lt1>
      <a:dk2>
        <a:srgbClr val="CEABFF"/>
      </a:dk2>
      <a:lt2>
        <a:srgbClr val="8134EC"/>
      </a:lt2>
      <a:accent1>
        <a:srgbClr val="240155"/>
      </a:accent1>
      <a:accent2>
        <a:srgbClr val="9101BE"/>
      </a:accent2>
      <a:accent3>
        <a:srgbClr val="4654F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821</Words>
  <Application>Microsoft Office PowerPoint</Application>
  <PresentationFormat>On-screen Show (16:9)</PresentationFormat>
  <Paragraphs>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Trispace</vt:lpstr>
      <vt:lpstr>Arial</vt:lpstr>
      <vt:lpstr>PT Sans</vt:lpstr>
      <vt:lpstr>Maven Pro</vt:lpstr>
      <vt:lpstr>Roboto Condensed Light</vt:lpstr>
      <vt:lpstr>Bebas Neue</vt:lpstr>
      <vt:lpstr>AI App Pitch Deck by Slidesgo</vt:lpstr>
      <vt:lpstr>The Impact of AI on everyday life_</vt:lpstr>
      <vt:lpstr>Table of contents_</vt:lpstr>
      <vt:lpstr>Argument_</vt:lpstr>
      <vt:lpstr>Chapter 1: Introduction_</vt:lpstr>
      <vt:lpstr>Chapter 2: Benefits_</vt:lpstr>
      <vt:lpstr>Chapter 3: Drawbacks_</vt:lpstr>
      <vt:lpstr>Conclusion_</vt:lpstr>
      <vt:lpstr>Bibliography_</vt:lpstr>
      <vt:lpstr>Thank You_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Jurjac</dc:creator>
  <cp:lastModifiedBy>George Mondea</cp:lastModifiedBy>
  <cp:revision>4</cp:revision>
  <dcterms:modified xsi:type="dcterms:W3CDTF">2026-03-05T12:53:21Z</dcterms:modified>
</cp:coreProperties>
</file>